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30" r:id="rId5"/>
  </p:sldMasterIdLst>
  <p:notesMasterIdLst>
    <p:notesMasterId r:id="rId46"/>
  </p:notesMasterIdLst>
  <p:handoutMasterIdLst>
    <p:handoutMasterId r:id="rId47"/>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Lst>
  <p:sldSz cx="9144000" cy="5143500" type="screen16x9"/>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3064">
          <p15:clr>
            <a:srgbClr val="A4A3A4"/>
          </p15:clr>
        </p15:guide>
        <p15:guide id="13" pos="547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8320"/>
    <a:srgbClr val="FDB913"/>
    <a:srgbClr val="3A863E"/>
    <a:srgbClr val="4273B8"/>
    <a:srgbClr val="2E74BE"/>
    <a:srgbClr val="41C363"/>
    <a:srgbClr val="5F6369"/>
    <a:srgbClr val="7DCE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7648" autoAdjust="0"/>
  </p:normalViewPr>
  <p:slideViewPr>
    <p:cSldViewPr snapToGrid="0" showGuides="1">
      <p:cViewPr varScale="1">
        <p:scale>
          <a:sx n="146" d="100"/>
          <a:sy n="146" d="100"/>
        </p:scale>
        <p:origin x="630" y="114"/>
      </p:cViewPr>
      <p:guideLst>
        <p:guide orient="horz" pos="3064"/>
        <p:guide pos="5472"/>
      </p:guideLst>
    </p:cSldViewPr>
  </p:slideViewPr>
  <p:outlineViewPr>
    <p:cViewPr>
      <p:scale>
        <a:sx n="33" d="100"/>
        <a:sy n="33" d="100"/>
      </p:scale>
      <p:origin x="0" y="-15352"/>
    </p:cViewPr>
  </p:outlineViewPr>
  <p:notesTextViewPr>
    <p:cViewPr>
      <p:scale>
        <a:sx n="1" d="1"/>
        <a:sy n="1" d="1"/>
      </p:scale>
      <p:origin x="0" y="0"/>
    </p:cViewPr>
  </p:notesTextViewPr>
  <p:sorterViewPr>
    <p:cViewPr>
      <p:scale>
        <a:sx n="178" d="100"/>
        <a:sy n="178" d="100"/>
      </p:scale>
      <p:origin x="0" y="0"/>
    </p:cViewPr>
  </p:sorterViewPr>
  <p:notesViewPr>
    <p:cSldViewPr snapToGrid="0">
      <p:cViewPr varScale="1">
        <p:scale>
          <a:sx n="101" d="100"/>
          <a:sy n="101" d="100"/>
        </p:scale>
        <p:origin x="2688" y="9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60774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5438458" y="0"/>
            <a:ext cx="4160520" cy="365760"/>
          </a:xfrm>
          <a:prstGeom prst="rect">
            <a:avLst/>
          </a:prstGeom>
        </p:spPr>
        <p:txBody>
          <a:bodyPr vert="horz" lIns="96661" tIns="48331" rIns="96661" bIns="48331" rtlCol="0"/>
          <a:lstStyle>
            <a:lvl1pPr algn="r">
              <a:defRPr sz="1300"/>
            </a:lvl1pPr>
          </a:lstStyle>
          <a:p>
            <a:fld id="{204C38B3-6D01-485C-BB3B-7B7EB9F871A8}" type="datetimeFigureOut">
              <a:rPr lang="en-US" smtClean="0"/>
              <a:pPr/>
              <a:t>9/8/2026</a:t>
            </a:fld>
            <a:endParaRPr lang="en-US"/>
          </a:p>
        </p:txBody>
      </p:sp>
      <p:sp>
        <p:nvSpPr>
          <p:cNvPr id="4" name="Slide Image Placeholder 3"/>
          <p:cNvSpPr>
            <a:spLocks noGrp="1" noRot="1" noChangeAspect="1"/>
          </p:cNvSpPr>
          <p:nvPr>
            <p:ph type="sldImg" idx="2"/>
          </p:nvPr>
        </p:nvSpPr>
        <p:spPr>
          <a:xfrm>
            <a:off x="2362200" y="549275"/>
            <a:ext cx="4876800" cy="274320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960120" y="3474720"/>
            <a:ext cx="7680960" cy="32918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5438458" y="6948171"/>
            <a:ext cx="4160520" cy="365760"/>
          </a:xfrm>
          <a:prstGeom prst="rect">
            <a:avLst/>
          </a:prstGeom>
        </p:spPr>
        <p:txBody>
          <a:bodyPr vert="horz" lIns="96661" tIns="48331" rIns="96661" bIns="48331" rtlCol="0" anchor="b"/>
          <a:lstStyle>
            <a:lvl1pPr algn="r">
              <a:defRPr sz="1300"/>
            </a:lvl1pPr>
          </a:lstStyle>
          <a:p>
            <a:fld id="{2504FB8E-87F6-4D2D-9C11-6827051D08EC}" type="slidenum">
              <a:rPr lang="en-US" smtClean="0"/>
              <a:pPr/>
              <a:t>‹#›</a:t>
            </a:fld>
            <a:endParaRPr lang="en-US"/>
          </a:p>
        </p:txBody>
      </p:sp>
    </p:spTree>
    <p:extLst>
      <p:ext uri="{BB962C8B-B14F-4D97-AF65-F5344CB8AC3E}">
        <p14:creationId xmlns:p14="http://schemas.microsoft.com/office/powerpoint/2010/main" val="2288160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While people settle: everyone should have a board, an LCD, a USB-C cable, an Ethernet cable and a printed seat card. The seat number on the card must match the sticker on the board. Wi-Fi details and the two URLs are on the whiteboard. Today is hands-on: about 40 minutes of talking, the rest is you and your board. The one thing we are here to experience: a model pushed from the cloud to a microcontroller, live, without a reflash and without a reboot.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outcomes, in order. First you connect: the board becomes your device in the cloud. Second you push: the same board becomes a face detector, then an ImageNet classifier, then an occupancy sensor, purely by deploying models. Third you prove it: uptime never resets, and after a power cycle the board boots straight into the model you chose. The first push happens before the break, so by the time we get coffee everyone has already done the headline thing.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each item. The USB-C cable does double duty: power and the console, through the on-board J-Link. The Ethernet is the board's own path to the cloud; your laptop can be on Wi-Fi. The seat card is the source of truth for everything typed today, and the MAC on it exists because every board here was flashed with its own address. The LCD's timing controller only initialises from a cold start, so a warm reset leaves the screen white while everything else keeps running; and the board's paste buffer takes one PEM block at a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cards are the usual case for edge AI on an MCU. The third card is why this workshop exists. A model is not firmware: it changes on a different cadence, owned by a different team, and it is a data file, not code. If updating it means a firmware release and a reflash, the model never gets updated. What you will see today is the alternative: treat the model as a managed asset in the cloud, push it, and have the device swap it in while it keeps running.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that matter today. One megabyte of code flash: that is why this image has no built-in model, the flash budget went to the video stack, and the first model you run will come from the cloud. Sixty-four megabytes of external flash: that is where your credentials and your pushed model live, and why both survive a power cycle. The NPU does the inference; the M85 does everything else, including software H.264 for the video lab. The same USB-C port is the debugger and the serial console.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FreeRTOS threads. The top row is the vision pipeline and it runs whether or not the cloud is reachable. The middle row is the network thread and everything it does for /IOTCONNECT. The highlighted card is today's subject: a model push arrives as a command, the file is downloaded over HTTPS, validated, swapped into the inference thread between two frames, and written to flash. The last line is the reason both your credentials and your model survive power loss.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vocabulary for the labs. Template is already imported, so you only pick it from a list. Device is what you create in Lab 2, and the certificate you download there is what you paste into the board in Lab 3. Dashboard is Lab 4a. AI Models is the highlighted card and the point of the day: the five models are already registered; you deploy them. Telemetry Files is where the snapshot ends up. The template turns on video streaming, and the platform provisions the video channel at the moment the device is created, so use exactly this template.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once, plainly, then do it for real in Lab 4. The claim is checkable on three widgets: the Uptime tile never resets, the Model Source card says cloud and then flash, and the inference-time chart steps as the model changes. Everything after the break is about how each step of this sentence is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slide up while people start Lab 1. The gates are real: Lab 1 catches every driver, cable and network problem early, when a helper has time to fix it. Lab 3 is the slow one, so the break comes after Lab 4 rather than after Lab 3, and everyone gets their first push before coffee. Helpers: the checkpoint column is what you are looking for on each screen as you sweep.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settings that catch most people: 230400 baud, not 115200, and the terminal must transmit a carriage return, or the board never sees a command. Tera Term: Setup, Terminal, New-line Transmit: CR. Mac and Linux: screen on the usbmodem device at 230400. The MAC check matters: every board here was flashed with its own address, and two boards with the same MAC on one switch would fight each other; if the console and the card disagree, get a helper. Inference reads zero because this image has no compiled-in model; the first one comes from the cloud in Lab 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 must be exactly RA8P1 Vision AI. It enables video streaming, and the platform provisions the video channel when the device is created; a device made from any other template will never stream in Lab 6. Auto-generated certificates are the easy path: the platform makes the key pair and you download both halves. Word, Pages and rich-text editors replace quotes and line endings, and the board rejects the paste; Notepad, TextEdit in plain-text mode, or VS Code are fine.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before they start: certificate first, then the key, two separate pastes, each from BEGIN to END inclusive. The board says ok after each set, certificate stored and private key stored after the pastes, and show lets you check everything except the key, which is redacted. If a paste is rejected as too large, both files went in at once. ENV and CPID are on the seat card; the DUID is the Device ID you just created. After apply, the board fetches time over SNTP, discovers its endpoint, fetches file-upload credentials, and connects over MQTT with mutual TLS. All of this is stored in the board's flash: from now on it connects at every boot without a console.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4b on the big screen first, with your own board and console visible, then let them go. Deploy to your own device only: check the device ID in the dialog before you click. The four console lines are the whole story: download over HTTPS, hot-swap between two inferences, load, persist. The snapshot is worth a sentence: the board draws the boxes, encodes the PNG and signs the S3 upload itself, with AWS SigV4 computed on the microcontroller. On a headless install that image is the viewfinder. When most of the room has a box on a face, call the break.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screenshot is from a build with a built-in model, so its Model Source card says BUILT-IN; yours will say the model came from the cloud. Walk the room through the widgets that prove the claims: the state card for what the model sees, the source card for where the model came from, the inference-time chart for the history of swaps, and the Uptime tile that must never reset today. The command panel at the bottom right is where Take Snapshot, Model Revert and Send Command live.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Helpers use the break to clear anyone still short of the Lab 4 checkpoint, handing out a pre-provisioned spare board where needed. Boards stay powered so nobody loses their place.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they have done it, the mechanism. One: the deploy is an ordinary cloud-to-device command on the MQTT session the board already holds, with a pre-signed URL for the file. Two: a second TLS session downloads it into SDRAM, not into the running model's memory; transient errors retry three times. Three: the envelope is checked, magic, length, CRC, and a trial load reads the input tensor shape to decide which family the model is. Four: the AI thread swaps between two inferences: destroy the TensorFlow Lite Micro interpreter, construct a new one over the same tensor arena with the new flatbuffer. Five: the envelope goes to a raw slot in external flash, which is what the board reads first next time. The safety property is the first grey box: any failure leaves the previous model running.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 is a zip because that is what the AI Models upload takes, and it is a STORED zip because the board walks it in place with no inflate code. Inside is a 32-byte envelope and the model. The envelope carries the name and version the dashboard shows, and the CRC the board checks before it trusts the payload. The payload is the Vela output: Vela takes a quantized TensorFlow Lite model and rewrites everything the Ethos-U55 can run into a single custom op with the NPU's command stream, which is why both shipped families run entirely on the NPU. The table is the contract: the board looks at the input tensor shape to decide what kind of model it just received, so the same firmware runs three tasks with no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models, three tasks, one firmware. The names in the first column are exactly what you will see in the deploy list. Inference times are measured on this hardware. The spread from one and a half milliseconds to forty is what makes the inference-time chart on the dashboard interesting: each push is a visible step. The face detector at 5.8 ms uses about a third of the NPU's time budget at 55 fps, which is why the seven-times-larger classifier can be absorbed without disturbing the camera or the display.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the classifier on your own board first and hold up a mug on the big screen, then let them go. Expect confidence between thirty and sixty percent: that is a softmax over a thousand classes, and the label being right is the point. Single objects, centred, close to the lens; ImageNet does not know scenes. Do 5d together as a room: everybody unplugs, counts to three, plugs in, and watches for the word flash. That is the applause moment. Model Revert on the dashboard clears the stored model rather than restoring a built-in one, because this image has none; after a revert inference idles until the next push.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close Lab 5 once most of the room has done the power cycle. Each number is something they saw on their own dashboard in the last half hour, not a claim from a datasheet. The seven-times figure is the workload jump between the face detector and Classifier v2. Zero reboots is the Uptime tile. Three tasks is the same firmware that was flashed yesterday. If anyone asks about fleet scale: every board in this room did this at the same time from the same AI Models entry.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run this as a lab if the day-before test on the venue network streamed successfully; otherwise demonstrate from the presenter board and move on. The first session after a boot can time out during TURN allocation, hence Stop and Start. The closer is step four: a model push while the stream is live. The board defers the download until the heap can hold both sessions, then downloads, validates and swaps with the video still playing. Two TLS sessions, a WebRTC session, the NPU and the camera, concurrently, on one microcontroller.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 from your own network to a deploy button. Quantize to int8 with an input of 192 by 192 gray for a detector, 96 by 96 gray for a two-class classifier, or 224 by 224 RGB for an ImageNet-style classifier. Vela is Arm's compiler for the Ethos-U; the accelerator config is the 256-MAC U55 in the RA8P1. If Vela reports more than 640 KiB of SRAM, recompile for size; MobileNet v2 went from 1474 KiB to 353 KiB that way. pack_model.py is thirty lines of Python in the repository. Then AI Models, Create Model, upload, deploy.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on this slide is in the repository's README. The Quickstart is today's flow written for one person at home, including creating the trial account. The Developer Guide is where the vendor patches, the memory budget and the model contracts live. Point people at the repository URL on the whiteboard rather than reading it out.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which of the two cards applies before anyone stands up. If boards are collected, the erase matters: a provisioned board is a live identity in the workshop account. If boards go home, remind people the account is temporary and the Quickstart covers the rest. Collect seat cards either way; they carry a login.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The repository URL and the guides are on the whiteboard.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1.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1.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1.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4.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 2/3 Bleed Image - 1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738745"/>
            <a:ext cx="9144000" cy="3404754"/>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0" y="975360"/>
            <a:ext cx="7842155"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8" y="292608"/>
            <a:ext cx="6826471" cy="419747"/>
          </a:xfrm>
          <a:prstGeom prst="rect">
            <a:avLst/>
          </a:prstGeom>
        </p:spPr>
        <p:txBody>
          <a:bodyPr vert="horz" wrap="square" lIns="0" tIns="0" rIns="0" bIns="0" rtlCol="0" anchor="t" anchorCtr="0">
            <a:noAutofit/>
          </a:bodyPr>
          <a:lstStyle>
            <a:lvl1pPr>
              <a:defRPr>
                <a:solidFill>
                  <a:schemeClr val="tx1"/>
                </a:solidFill>
              </a:defRPr>
            </a:lvl1pPr>
          </a:lstStyle>
          <a:p>
            <a:r>
              <a:rPr lang="en-US" dirty="0"/>
              <a:t>1-line headline</a:t>
            </a:r>
          </a:p>
        </p:txBody>
      </p:sp>
      <p:sp>
        <p:nvSpPr>
          <p:cNvPr id="7" name="Text Placeholder 11">
            <a:extLst>
              <a:ext uri="{FF2B5EF4-FFF2-40B4-BE49-F238E27FC236}">
                <a16:creationId xmlns:a16="http://schemas.microsoft.com/office/drawing/2014/main" id="{4613BC77-3210-B9BA-C4F1-001EDD54AC39}"/>
              </a:ext>
            </a:extLst>
          </p:cNvPr>
          <p:cNvSpPr>
            <a:spLocks noGrp="1"/>
          </p:cNvSpPr>
          <p:nvPr>
            <p:ph type="body" sz="quarter" idx="12" hasCustomPrompt="1"/>
          </p:nvPr>
        </p:nvSpPr>
        <p:spPr>
          <a:xfrm>
            <a:off x="457200" y="1378517"/>
            <a:ext cx="4114800" cy="156523"/>
          </a:xfrm>
        </p:spPr>
        <p:txBody>
          <a:bodyPr anchor="b"/>
          <a:lstStyle>
            <a:lvl1pPr indent="0">
              <a:defRPr sz="1000" b="0">
                <a:solidFill>
                  <a:schemeClr val="tx1"/>
                </a:solidFill>
                <a:latin typeface="+mn-lt"/>
              </a:defRPr>
            </a:lvl1pPr>
            <a:lvl2pPr indent="0">
              <a:defRPr sz="1000">
                <a:solidFill>
                  <a:schemeClr val="tx1"/>
                </a:solidFill>
                <a:latin typeface="+mn-lt"/>
              </a:defRPr>
            </a:lvl2pPr>
            <a:lvl3pPr indent="0">
              <a:defRPr sz="1000">
                <a:solidFill>
                  <a:schemeClr val="tx1"/>
                </a:solidFill>
                <a:latin typeface="+mn-lt"/>
              </a:defRPr>
            </a:lvl3pPr>
            <a:lvl4pPr indent="0">
              <a:defRPr sz="1000">
                <a:solidFill>
                  <a:schemeClr val="tx1"/>
                </a:solidFill>
                <a:latin typeface="+mn-lt"/>
              </a:defRPr>
            </a:lvl4pPr>
            <a:lvl5pPr indent="0">
              <a:defRPr sz="1000">
                <a:solidFill>
                  <a:schemeClr val="tx1"/>
                </a:solidFill>
                <a:latin typeface="+mn-lt"/>
              </a:defRPr>
            </a:lvl5pPr>
          </a:lstStyle>
          <a:p>
            <a:pPr lvl="0"/>
            <a:r>
              <a:rPr lang="en-US" dirty="0"/>
              <a:t>MM.DD.YYYY  |  Presenter’s Name, Title (optional)</a:t>
            </a:r>
          </a:p>
        </p:txBody>
      </p:sp>
      <p:cxnSp>
        <p:nvCxnSpPr>
          <p:cNvPr id="12" name="Straight Connector 11">
            <a:extLst>
              <a:ext uri="{FF2B5EF4-FFF2-40B4-BE49-F238E27FC236}">
                <a16:creationId xmlns:a16="http://schemas.microsoft.com/office/drawing/2014/main" id="{9307E305-C366-22D6-63B7-8D685681CB9F}"/>
              </a:ext>
            </a:extLst>
          </p:cNvPr>
          <p:cNvCxnSpPr>
            <a:cxnSpLocks/>
          </p:cNvCxnSpPr>
          <p:nvPr userDrawn="1"/>
        </p:nvCxnSpPr>
        <p:spPr>
          <a:xfrm>
            <a:off x="457199" y="699391"/>
            <a:ext cx="691134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59C0E3B7-E49C-7FB2-4CD4-9997373851E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552944" y="73152"/>
            <a:ext cx="1634490" cy="594360"/>
          </a:xfrm>
          <a:prstGeom prst="rect">
            <a:avLst/>
          </a:prstGeom>
        </p:spPr>
      </p:pic>
    </p:spTree>
    <p:extLst>
      <p:ext uri="{BB962C8B-B14F-4D97-AF65-F5344CB8AC3E}">
        <p14:creationId xmlns:p14="http://schemas.microsoft.com/office/powerpoint/2010/main" val="635699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over - Full Bleed Image - 1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
            <a:ext cx="9144000" cy="5143499"/>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1" y="4012157"/>
            <a:ext cx="6992576"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12" name="Text Placeholder 11">
            <a:extLst>
              <a:ext uri="{FF2B5EF4-FFF2-40B4-BE49-F238E27FC236}">
                <a16:creationId xmlns:a16="http://schemas.microsoft.com/office/drawing/2014/main" id="{04FDA2D4-B04F-4043-AA72-85D5593FAC83}"/>
              </a:ext>
            </a:extLst>
          </p:cNvPr>
          <p:cNvSpPr>
            <a:spLocks noGrp="1"/>
          </p:cNvSpPr>
          <p:nvPr>
            <p:ph type="body" sz="quarter" idx="12" hasCustomPrompt="1"/>
          </p:nvPr>
        </p:nvSpPr>
        <p:spPr>
          <a:xfrm>
            <a:off x="4572000" y="4374647"/>
            <a:ext cx="4114800" cy="431273"/>
          </a:xfrm>
        </p:spPr>
        <p:txBody>
          <a:bodyPr anchor="b"/>
          <a:lstStyle>
            <a:lvl1pPr indent="0" algn="r">
              <a:spcBef>
                <a:spcPts val="0"/>
              </a:spcBef>
              <a:spcAft>
                <a:spcPts val="0"/>
              </a:spcAft>
              <a:defRPr sz="1000" b="0">
                <a:solidFill>
                  <a:schemeClr val="bg1"/>
                </a:solidFill>
                <a:latin typeface="+mn-lt"/>
              </a:defRPr>
            </a:lvl1pPr>
            <a:lvl2pPr indent="0">
              <a:defRPr sz="1000">
                <a:solidFill>
                  <a:schemeClr val="tx1"/>
                </a:solidFill>
                <a:latin typeface="+mn-lt"/>
              </a:defRPr>
            </a:lvl2pPr>
            <a:lvl3pPr indent="0">
              <a:defRPr sz="1000">
                <a:solidFill>
                  <a:schemeClr val="tx1"/>
                </a:solidFill>
                <a:latin typeface="+mn-lt"/>
              </a:defRPr>
            </a:lvl3pPr>
            <a:lvl4pPr indent="0">
              <a:defRPr sz="1000">
                <a:solidFill>
                  <a:schemeClr val="tx1"/>
                </a:solidFill>
                <a:latin typeface="+mn-lt"/>
              </a:defRPr>
            </a:lvl4pPr>
            <a:lvl5pPr indent="0">
              <a:defRPr sz="1000">
                <a:solidFill>
                  <a:schemeClr val="tx1"/>
                </a:solidFill>
                <a:latin typeface="+mn-lt"/>
              </a:defRPr>
            </a:lvl5pPr>
          </a:lstStyle>
          <a:p>
            <a:pPr algn="r"/>
            <a:r>
              <a:rPr lang="en-US" sz="1000" b="0" dirty="0">
                <a:solidFill>
                  <a:schemeClr val="bg1"/>
                </a:solidFill>
                <a:latin typeface="Arial" panose="020B0604020202020204" pitchFamily="34" charset="0"/>
              </a:rPr>
              <a:t>XX.XX.XXXX</a:t>
            </a:r>
            <a:br>
              <a:rPr lang="en-US" sz="1000" b="0" dirty="0">
                <a:solidFill>
                  <a:schemeClr val="bg1"/>
                </a:solidFill>
                <a:latin typeface="Arial" panose="020B0604020202020204" pitchFamily="34" charset="0"/>
              </a:rPr>
            </a:br>
            <a:r>
              <a:rPr lang="en-US" sz="1000" b="0" dirty="0">
                <a:solidFill>
                  <a:schemeClr val="bg1"/>
                </a:solidFill>
                <a:latin typeface="Arial" panose="020B0604020202020204" pitchFamily="34" charset="0"/>
              </a:rPr>
              <a:t>Presenter Name, Title</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9" y="3504323"/>
            <a:ext cx="6988630" cy="424699"/>
          </a:xfrm>
          <a:prstGeom prst="rect">
            <a:avLst/>
          </a:prstGeom>
        </p:spPr>
        <p:txBody>
          <a:bodyPr vert="horz" wrap="square" lIns="0" tIns="0" rIns="0" bIns="0" rtlCol="0" anchor="t" anchorCtr="0">
            <a:noAutofit/>
          </a:bodyPr>
          <a:lstStyle>
            <a:lvl1pPr>
              <a:defRPr>
                <a:solidFill>
                  <a:schemeClr val="bg1"/>
                </a:solidFill>
              </a:defRPr>
            </a:lvl1pPr>
          </a:lstStyle>
          <a:p>
            <a:r>
              <a:rPr lang="en-US" dirty="0"/>
              <a:t>1-line headline</a:t>
            </a:r>
          </a:p>
        </p:txBody>
      </p:sp>
    </p:spTree>
    <p:extLst>
      <p:ext uri="{BB962C8B-B14F-4D97-AF65-F5344CB8AC3E}">
        <p14:creationId xmlns:p14="http://schemas.microsoft.com/office/powerpoint/2010/main" val="179799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 2/3 Image - 1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738745"/>
            <a:ext cx="9144000" cy="3404754"/>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0" y="969264"/>
            <a:ext cx="7842155"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9" y="292608"/>
            <a:ext cx="6964880" cy="409067"/>
          </a:xfrm>
          <a:prstGeom prst="rect">
            <a:avLst/>
          </a:prstGeom>
        </p:spPr>
        <p:txBody>
          <a:bodyPr vert="horz" wrap="square" lIns="0" tIns="0" rIns="0" bIns="0" rtlCol="0" anchor="t" anchorCtr="0">
            <a:noAutofit/>
          </a:bodyPr>
          <a:lstStyle>
            <a:lvl1pPr>
              <a:defRPr>
                <a:solidFill>
                  <a:schemeClr val="tx1"/>
                </a:solidFill>
              </a:defRPr>
            </a:lvl1pPr>
          </a:lstStyle>
          <a:p>
            <a:r>
              <a:rPr lang="en-US" dirty="0"/>
              <a:t>1-line headline</a:t>
            </a:r>
          </a:p>
        </p:txBody>
      </p:sp>
      <p:sp>
        <p:nvSpPr>
          <p:cNvPr id="7" name="Text Placeholder 11">
            <a:extLst>
              <a:ext uri="{FF2B5EF4-FFF2-40B4-BE49-F238E27FC236}">
                <a16:creationId xmlns:a16="http://schemas.microsoft.com/office/drawing/2014/main" id="{4613BC77-3210-B9BA-C4F1-001EDD54AC39}"/>
              </a:ext>
            </a:extLst>
          </p:cNvPr>
          <p:cNvSpPr>
            <a:spLocks noGrp="1"/>
          </p:cNvSpPr>
          <p:nvPr>
            <p:ph type="body" sz="quarter" idx="12" hasCustomPrompt="1"/>
          </p:nvPr>
        </p:nvSpPr>
        <p:spPr>
          <a:xfrm>
            <a:off x="457200" y="1378517"/>
            <a:ext cx="4114800" cy="156523"/>
          </a:xfrm>
        </p:spPr>
        <p:txBody>
          <a:bodyPr anchor="b"/>
          <a:lstStyle>
            <a:lvl1pPr indent="0">
              <a:defRPr sz="1000" b="0">
                <a:solidFill>
                  <a:schemeClr val="tx1"/>
                </a:solidFill>
                <a:latin typeface="+mn-lt"/>
              </a:defRPr>
            </a:lvl1pPr>
            <a:lvl2pPr indent="0">
              <a:defRPr sz="1000">
                <a:solidFill>
                  <a:schemeClr val="tx1"/>
                </a:solidFill>
                <a:latin typeface="+mn-lt"/>
              </a:defRPr>
            </a:lvl2pPr>
            <a:lvl3pPr indent="0">
              <a:defRPr sz="1000">
                <a:solidFill>
                  <a:schemeClr val="tx1"/>
                </a:solidFill>
                <a:latin typeface="+mn-lt"/>
              </a:defRPr>
            </a:lvl3pPr>
            <a:lvl4pPr indent="0">
              <a:defRPr sz="1000">
                <a:solidFill>
                  <a:schemeClr val="tx1"/>
                </a:solidFill>
                <a:latin typeface="+mn-lt"/>
              </a:defRPr>
            </a:lvl4pPr>
            <a:lvl5pPr indent="0">
              <a:defRPr sz="1000">
                <a:solidFill>
                  <a:schemeClr val="tx1"/>
                </a:solidFill>
                <a:latin typeface="+mn-lt"/>
              </a:defRPr>
            </a:lvl5pPr>
          </a:lstStyle>
          <a:p>
            <a:pPr lvl="0"/>
            <a:r>
              <a:rPr lang="en-US" dirty="0"/>
              <a:t>MM.DD.YYYY  |  Presenter’s Name, Title (optional)</a:t>
            </a:r>
          </a:p>
        </p:txBody>
      </p:sp>
      <p:pic>
        <p:nvPicPr>
          <p:cNvPr id="13" name="Picture 12">
            <a:extLst>
              <a:ext uri="{FF2B5EF4-FFF2-40B4-BE49-F238E27FC236}">
                <a16:creationId xmlns:a16="http://schemas.microsoft.com/office/drawing/2014/main" id="{6B576425-608C-E83A-A1D2-25CD59EE303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3955" t="16604" r="12883" b="16939"/>
          <a:stretch/>
        </p:blipFill>
        <p:spPr>
          <a:xfrm>
            <a:off x="0" y="1725282"/>
            <a:ext cx="9144000" cy="3418217"/>
          </a:xfrm>
          <a:prstGeom prst="rect">
            <a:avLst/>
          </a:prstGeom>
        </p:spPr>
      </p:pic>
      <p:pic>
        <p:nvPicPr>
          <p:cNvPr id="3" name="Graphic 2">
            <a:extLst>
              <a:ext uri="{FF2B5EF4-FFF2-40B4-BE49-F238E27FC236}">
                <a16:creationId xmlns:a16="http://schemas.microsoft.com/office/drawing/2014/main" id="{3AF2498E-2511-30A1-BFD6-85BBBE6A603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52944" y="76241"/>
            <a:ext cx="1634490" cy="594360"/>
          </a:xfrm>
          <a:prstGeom prst="rect">
            <a:avLst/>
          </a:prstGeom>
        </p:spPr>
      </p:pic>
      <p:cxnSp>
        <p:nvCxnSpPr>
          <p:cNvPr id="4" name="Straight Connector 3">
            <a:extLst>
              <a:ext uri="{FF2B5EF4-FFF2-40B4-BE49-F238E27FC236}">
                <a16:creationId xmlns:a16="http://schemas.microsoft.com/office/drawing/2014/main" id="{DAE899ED-3C78-4EB4-75CD-856285ABD35E}"/>
              </a:ext>
            </a:extLst>
          </p:cNvPr>
          <p:cNvCxnSpPr>
            <a:cxnSpLocks/>
          </p:cNvCxnSpPr>
          <p:nvPr userDrawn="1"/>
        </p:nvCxnSpPr>
        <p:spPr>
          <a:xfrm>
            <a:off x="457199" y="699391"/>
            <a:ext cx="703887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0702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 Full Image - 1 Lin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840C4FC-AB0C-8242-61A1-4A0622145A8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3955" r="12883"/>
          <a:stretch/>
        </p:blipFill>
        <p:spPr>
          <a:xfrm>
            <a:off x="0" y="0"/>
            <a:ext cx="9144000" cy="5143500"/>
          </a:xfrm>
          <a:prstGeom prst="rect">
            <a:avLst/>
          </a:prstGeom>
        </p:spPr>
      </p:pic>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1" y="963168"/>
            <a:ext cx="6992576"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9" y="292608"/>
            <a:ext cx="7015656" cy="409067"/>
          </a:xfrm>
          <a:prstGeom prst="rect">
            <a:avLst/>
          </a:prstGeom>
        </p:spPr>
        <p:txBody>
          <a:bodyPr vert="horz" wrap="square" lIns="0" tIns="0" rIns="0" bIns="0" rtlCol="0" anchor="t" anchorCtr="0">
            <a:noAutofit/>
          </a:bodyPr>
          <a:lstStyle>
            <a:lvl1pPr>
              <a:defRPr>
                <a:solidFill>
                  <a:schemeClr val="bg1"/>
                </a:solidFill>
              </a:defRPr>
            </a:lvl1pPr>
          </a:lstStyle>
          <a:p>
            <a:r>
              <a:rPr lang="en-US" dirty="0"/>
              <a:t>1-line headline</a:t>
            </a:r>
          </a:p>
        </p:txBody>
      </p:sp>
      <p:sp>
        <p:nvSpPr>
          <p:cNvPr id="10" name="Text Placeholder 5">
            <a:extLst>
              <a:ext uri="{FF2B5EF4-FFF2-40B4-BE49-F238E27FC236}">
                <a16:creationId xmlns:a16="http://schemas.microsoft.com/office/drawing/2014/main" id="{BC2E9137-BA71-197B-767B-0BCAE8E89BC8}"/>
              </a:ext>
            </a:extLst>
          </p:cNvPr>
          <p:cNvSpPr>
            <a:spLocks noGrp="1"/>
          </p:cNvSpPr>
          <p:nvPr>
            <p:ph type="body" sz="quarter" idx="13" hasCustomPrompt="1"/>
          </p:nvPr>
        </p:nvSpPr>
        <p:spPr>
          <a:xfrm>
            <a:off x="460771" y="1504950"/>
            <a:ext cx="3115095" cy="349729"/>
          </a:xfrm>
          <a:prstGeom prst="rect">
            <a:avLst/>
          </a:prstGeom>
        </p:spPr>
        <p:txBody>
          <a:bodyPr lIns="0" tIns="0" rIns="0" bIns="0">
            <a:noAutofit/>
          </a:bodyPr>
          <a:lstStyle>
            <a:lvl1pPr>
              <a:defRPr sz="1000" b="0">
                <a:solidFill>
                  <a:schemeClr val="bg1"/>
                </a:solidFill>
                <a:latin typeface="Arial" panose="020B0604020202020204" pitchFamily="34" charset="0"/>
                <a:cs typeface="Arial" panose="020B0604020202020204" pitchFamily="34" charset="0"/>
              </a:defRPr>
            </a:lvl1pPr>
          </a:lstStyle>
          <a:p>
            <a:pPr lvl="0"/>
            <a:r>
              <a:rPr lang="en-US" dirty="0"/>
              <a:t>XX.XX.XXXX    |    Presenter Name, Title</a:t>
            </a:r>
          </a:p>
        </p:txBody>
      </p:sp>
      <p:pic>
        <p:nvPicPr>
          <p:cNvPr id="5" name="Graphic 4">
            <a:extLst>
              <a:ext uri="{FF2B5EF4-FFF2-40B4-BE49-F238E27FC236}">
                <a16:creationId xmlns:a16="http://schemas.microsoft.com/office/drawing/2014/main" id="{2A8B1D3A-BD32-58CA-FF27-AD1E93CC775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552944" y="73152"/>
            <a:ext cx="1634490" cy="594360"/>
          </a:xfrm>
          <a:prstGeom prst="rect">
            <a:avLst/>
          </a:prstGeom>
        </p:spPr>
      </p:pic>
      <p:cxnSp>
        <p:nvCxnSpPr>
          <p:cNvPr id="4" name="Straight Connector 3">
            <a:extLst>
              <a:ext uri="{FF2B5EF4-FFF2-40B4-BE49-F238E27FC236}">
                <a16:creationId xmlns:a16="http://schemas.microsoft.com/office/drawing/2014/main" id="{AF637309-24D2-2803-FB8D-79BF78955F86}"/>
              </a:ext>
            </a:extLst>
          </p:cNvPr>
          <p:cNvCxnSpPr>
            <a:cxnSpLocks/>
          </p:cNvCxnSpPr>
          <p:nvPr userDrawn="1"/>
        </p:nvCxnSpPr>
        <p:spPr>
          <a:xfrm>
            <a:off x="457199" y="699391"/>
            <a:ext cx="703887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2996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772399" cy="409067"/>
          </a:xfrm>
          <a:prstGeom prst="rect">
            <a:avLst/>
          </a:prstGeom>
        </p:spPr>
        <p:txBody>
          <a:bodyPr>
            <a:noAutofit/>
          </a:bodyPr>
          <a:lstStyle>
            <a:lvl1pPr>
              <a:defRPr b="0" i="0" spc="0" baseline="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32105A18-249A-44A0-90B2-EDCEF78DC8F4}"/>
              </a:ext>
            </a:extLst>
          </p:cNvPr>
          <p:cNvSpPr>
            <a:spLocks noGrp="1"/>
          </p:cNvSpPr>
          <p:nvPr>
            <p:ph sz="quarter" idx="10"/>
          </p:nvPr>
        </p:nvSpPr>
        <p:spPr>
          <a:xfrm>
            <a:off x="457200" y="987551"/>
            <a:ext cx="8229600" cy="3355848"/>
          </a:xfrm>
        </p:spPr>
        <p:txBody>
          <a:bodyPr>
            <a:noAutofit/>
          </a:bodyPr>
          <a:lstStyle>
            <a:lvl1pPr>
              <a:defRPr sz="1400">
                <a:solidFill>
                  <a:schemeClr val="tx1"/>
                </a:solidFill>
                <a:latin typeface="+mn-lt"/>
              </a:defRPr>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3381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 Line - Titl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9"/>
            <a:ext cx="7730836" cy="420754"/>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6414CB77-5474-46A4-AA4C-09773CDF4E4D}"/>
              </a:ext>
            </a:extLst>
          </p:cNvPr>
          <p:cNvSpPr>
            <a:spLocks noGrp="1"/>
          </p:cNvSpPr>
          <p:nvPr>
            <p:ph sz="quarter" idx="10"/>
          </p:nvPr>
        </p:nvSpPr>
        <p:spPr>
          <a:xfrm>
            <a:off x="457200" y="914399"/>
            <a:ext cx="8229600" cy="3355848"/>
          </a:xfrm>
        </p:spPr>
        <p:txBody>
          <a:bodyPr>
            <a:noAutofit/>
          </a:bodyPr>
          <a:lstStyle>
            <a:lvl1pPr>
              <a:defRPr sz="20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7259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Line Title w/dot patter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08E287A-0A34-BE98-A6D0-CA490BAC973A}"/>
              </a:ext>
            </a:extLst>
          </p:cNvPr>
          <p:cNvGrpSpPr/>
          <p:nvPr userDrawn="1"/>
        </p:nvGrpSpPr>
        <p:grpSpPr>
          <a:xfrm>
            <a:off x="0" y="4400550"/>
            <a:ext cx="9144000" cy="742950"/>
            <a:chOff x="0" y="4400550"/>
            <a:chExt cx="9144000" cy="742950"/>
          </a:xfrm>
        </p:grpSpPr>
        <p:pic>
          <p:nvPicPr>
            <p:cNvPr id="4" name="Picture 3">
              <a:extLst>
                <a:ext uri="{FF2B5EF4-FFF2-40B4-BE49-F238E27FC236}">
                  <a16:creationId xmlns:a16="http://schemas.microsoft.com/office/drawing/2014/main" id="{90C6EE4F-1208-11E3-F6C8-04461CF6787D}"/>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rcRect l="29235" t="61573" r="399" b="31058"/>
            <a:stretch/>
          </p:blipFill>
          <p:spPr>
            <a:xfrm flipH="1">
              <a:off x="0" y="4548249"/>
              <a:ext cx="9144000" cy="538563"/>
            </a:xfrm>
            <a:prstGeom prst="rect">
              <a:avLst/>
            </a:prstGeom>
          </p:spPr>
        </p:pic>
        <p:sp>
          <p:nvSpPr>
            <p:cNvPr id="2" name="Rectangle 1">
              <a:extLst>
                <a:ext uri="{FF2B5EF4-FFF2-40B4-BE49-F238E27FC236}">
                  <a16:creationId xmlns:a16="http://schemas.microsoft.com/office/drawing/2014/main" id="{2A1A02E5-05FD-BADF-48E9-9B2A1D457ADA}"/>
                </a:ext>
              </a:extLst>
            </p:cNvPr>
            <p:cNvSpPr/>
            <p:nvPr userDrawn="1"/>
          </p:nvSpPr>
          <p:spPr>
            <a:xfrm>
              <a:off x="0" y="4400550"/>
              <a:ext cx="5250656" cy="742950"/>
            </a:xfrm>
            <a:prstGeom prst="rect">
              <a:avLst/>
            </a:prstGeom>
            <a:gradFill>
              <a:gsLst>
                <a:gs pos="0">
                  <a:schemeClr val="bg1">
                    <a:alpha val="0"/>
                  </a:schemeClr>
                </a:gs>
                <a:gs pos="100000">
                  <a:schemeClr val="bg1"/>
                </a:gs>
              </a:gsLst>
              <a:lin ang="10800000" scaled="1"/>
            </a:gradFill>
            <a:ln>
              <a:noFill/>
            </a:ln>
          </p:spPr>
          <p:txBody>
            <a:bodyPr wrap="square" rtlCol="0" anchor="ctr" anchorCtr="0">
              <a:noAutofit/>
            </a:bodyPr>
            <a:lstStyle/>
            <a:p>
              <a:pPr algn="ctr"/>
              <a:endParaRPr lang="en-US" sz="1600" dirty="0" err="1">
                <a:solidFill>
                  <a:schemeClr val="bg1"/>
                </a:solidFill>
              </a:endParaRPr>
            </a:p>
          </p:txBody>
        </p:sp>
      </p:gr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6414CB77-5474-46A4-AA4C-09773CDF4E4D}"/>
              </a:ext>
            </a:extLst>
          </p:cNvPr>
          <p:cNvSpPr>
            <a:spLocks noGrp="1"/>
          </p:cNvSpPr>
          <p:nvPr>
            <p:ph sz="quarter" idx="10"/>
          </p:nvPr>
        </p:nvSpPr>
        <p:spPr>
          <a:xfrm>
            <a:off x="457200" y="914399"/>
            <a:ext cx="8229600" cy="3355848"/>
          </a:xfrm>
        </p:spPr>
        <p:txBody>
          <a:bodyPr>
            <a:noAutofit/>
          </a:bodyPr>
          <a:lstStyle>
            <a:lvl1pPr>
              <a:defRPr sz="2000">
                <a:latin typeface="Arial" panose="020B0604020202020204" pitchFamily="34" charset="0"/>
                <a:cs typeface="Arial" panose="020B0604020202020204" pitchFamily="34" charset="0"/>
              </a:defRPr>
            </a:lvl1pPr>
            <a:lvl2pPr marL="171450" indent="-171450">
              <a:buFont typeface="Wingdings" pitchFamily="2" charset="2"/>
              <a:buChar char="§"/>
              <a:tabLst/>
              <a:defRPr/>
            </a:lvl2pPr>
            <a:lvl3pPr marL="519113" indent="-176213">
              <a:buFont typeface="Wingdings" pitchFamily="2" charset="2"/>
              <a:buChar char="§"/>
              <a:defRPr/>
            </a:lvl3pPr>
            <a:lvl4pPr marL="1031875" indent="-171450">
              <a:buFont typeface="Wingdings" pitchFamily="2" charset="2"/>
              <a:buChar char="§"/>
              <a:defRPr/>
            </a:lvl4pPr>
            <a:lvl5pPr marL="1316038" indent="-173038">
              <a:buFont typeface="Wingdings"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1">
            <a:extLst>
              <a:ext uri="{FF2B5EF4-FFF2-40B4-BE49-F238E27FC236}">
                <a16:creationId xmlns:a16="http://schemas.microsoft.com/office/drawing/2014/main" id="{0A8D6998-6817-69B6-E817-599ED5784285}"/>
              </a:ext>
            </a:extLst>
          </p:cNvPr>
          <p:cNvSpPr>
            <a:spLocks noGrp="1"/>
          </p:cNvSpPr>
          <p:nvPr>
            <p:ph type="title" hasCustomPrompt="1"/>
          </p:nvPr>
        </p:nvSpPr>
        <p:spPr>
          <a:xfrm>
            <a:off x="457200" y="292608"/>
            <a:ext cx="7730836" cy="410158"/>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Tree>
    <p:extLst>
      <p:ext uri="{BB962C8B-B14F-4D97-AF65-F5344CB8AC3E}">
        <p14:creationId xmlns:p14="http://schemas.microsoft.com/office/powerpoint/2010/main" val="1550739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Line Title w/ Plus Patter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D66ABAA-DEA3-2E9A-2204-C9A1CC8E32FA}"/>
              </a:ext>
            </a:extLst>
          </p:cNvPr>
          <p:cNvGrpSpPr/>
          <p:nvPr userDrawn="1"/>
        </p:nvGrpSpPr>
        <p:grpSpPr>
          <a:xfrm>
            <a:off x="-1" y="4400550"/>
            <a:ext cx="9144000" cy="742950"/>
            <a:chOff x="-1" y="4400550"/>
            <a:chExt cx="9144000" cy="742950"/>
          </a:xfrm>
        </p:grpSpPr>
        <p:pic>
          <p:nvPicPr>
            <p:cNvPr id="2" name="Picture 1">
              <a:extLst>
                <a:ext uri="{FF2B5EF4-FFF2-40B4-BE49-F238E27FC236}">
                  <a16:creationId xmlns:a16="http://schemas.microsoft.com/office/drawing/2014/main" id="{90DBF20A-8602-3B73-E077-67577AF57A4A}"/>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rcRect l="896" t="53738" r="576" b="33396"/>
            <a:stretch/>
          </p:blipFill>
          <p:spPr>
            <a:xfrm flipH="1">
              <a:off x="-1" y="4471852"/>
              <a:ext cx="9144000" cy="671648"/>
            </a:xfrm>
            <a:prstGeom prst="rect">
              <a:avLst/>
            </a:prstGeom>
          </p:spPr>
        </p:pic>
        <p:sp>
          <p:nvSpPr>
            <p:cNvPr id="4" name="Rectangle 3">
              <a:extLst>
                <a:ext uri="{FF2B5EF4-FFF2-40B4-BE49-F238E27FC236}">
                  <a16:creationId xmlns:a16="http://schemas.microsoft.com/office/drawing/2014/main" id="{0DD4A00A-B4FB-7BFE-E595-75842C344A01}"/>
                </a:ext>
              </a:extLst>
            </p:cNvPr>
            <p:cNvSpPr/>
            <p:nvPr userDrawn="1"/>
          </p:nvSpPr>
          <p:spPr>
            <a:xfrm>
              <a:off x="0" y="4400550"/>
              <a:ext cx="5250656" cy="742950"/>
            </a:xfrm>
            <a:prstGeom prst="rect">
              <a:avLst/>
            </a:prstGeom>
            <a:gradFill>
              <a:gsLst>
                <a:gs pos="0">
                  <a:schemeClr val="bg1">
                    <a:alpha val="0"/>
                  </a:schemeClr>
                </a:gs>
                <a:gs pos="100000">
                  <a:schemeClr val="bg1"/>
                </a:gs>
              </a:gsLst>
              <a:lin ang="10800000" scaled="1"/>
            </a:gradFill>
            <a:ln>
              <a:noFill/>
            </a:ln>
          </p:spPr>
          <p:txBody>
            <a:bodyPr wrap="square" rtlCol="0" anchor="ctr" anchorCtr="0">
              <a:noAutofit/>
            </a:bodyPr>
            <a:lstStyle/>
            <a:p>
              <a:pPr algn="ctr"/>
              <a:endParaRPr lang="en-US" sz="1600" dirty="0" err="1">
                <a:solidFill>
                  <a:schemeClr val="bg1"/>
                </a:solidFill>
              </a:endParaRPr>
            </a:p>
          </p:txBody>
        </p:sp>
      </p:grpSp>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717899" cy="415297"/>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CEE74680-223A-451C-9541-D747E71E2AF1}"/>
              </a:ext>
            </a:extLst>
          </p:cNvPr>
          <p:cNvSpPr>
            <a:spLocks noGrp="1"/>
          </p:cNvSpPr>
          <p:nvPr>
            <p:ph sz="quarter" idx="10"/>
          </p:nvPr>
        </p:nvSpPr>
        <p:spPr>
          <a:xfrm>
            <a:off x="457200" y="914400"/>
            <a:ext cx="8229600" cy="3355848"/>
          </a:xfrm>
        </p:spPr>
        <p:txBody>
          <a:bodyPr>
            <a:noAutofit/>
          </a:bodyPr>
          <a:lstStyle>
            <a:lvl1pPr>
              <a:defRPr sz="20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3570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Line Title w/Slash Pattern">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B22428C-ED4B-CC48-12D8-1D9ABF1DFFF1}"/>
              </a:ext>
            </a:extLst>
          </p:cNvPr>
          <p:cNvGrpSpPr/>
          <p:nvPr userDrawn="1"/>
        </p:nvGrpSpPr>
        <p:grpSpPr>
          <a:xfrm>
            <a:off x="0" y="4307681"/>
            <a:ext cx="9144000" cy="835819"/>
            <a:chOff x="0" y="4307681"/>
            <a:chExt cx="9144000" cy="835819"/>
          </a:xfrm>
        </p:grpSpPr>
        <p:pic>
          <p:nvPicPr>
            <p:cNvPr id="11" name="Picture 10">
              <a:extLst>
                <a:ext uri="{FF2B5EF4-FFF2-40B4-BE49-F238E27FC236}">
                  <a16:creationId xmlns:a16="http://schemas.microsoft.com/office/drawing/2014/main" id="{F3FB94B1-BAB2-B06B-3BE5-16FDE1F168B5}"/>
                </a:ext>
              </a:extLst>
            </p:cNvPr>
            <p:cNvPicPr>
              <a:picLocks noChangeAspect="1"/>
            </p:cNvPicPr>
            <p:nvPr userDrawn="1"/>
          </p:nvPicPr>
          <p:blipFill>
            <a:blip r:embed="rId2" cstate="print">
              <a:alphaModFix amt="20000"/>
              <a:extLst>
                <a:ext uri="{28A0092B-C50C-407E-A947-70E740481C1C}">
                  <a14:useLocalDpi xmlns:a14="http://schemas.microsoft.com/office/drawing/2010/main" val="0"/>
                </a:ext>
              </a:extLst>
            </a:blip>
            <a:srcRect t="42635" b="42635"/>
            <a:stretch/>
          </p:blipFill>
          <p:spPr>
            <a:xfrm rot="10800000">
              <a:off x="0" y="4385883"/>
              <a:ext cx="9144000" cy="757617"/>
            </a:xfrm>
            <a:prstGeom prst="rect">
              <a:avLst/>
            </a:prstGeom>
          </p:spPr>
        </p:pic>
        <p:sp>
          <p:nvSpPr>
            <p:cNvPr id="2" name="Rectangle 1">
              <a:extLst>
                <a:ext uri="{FF2B5EF4-FFF2-40B4-BE49-F238E27FC236}">
                  <a16:creationId xmlns:a16="http://schemas.microsoft.com/office/drawing/2014/main" id="{E58DCE92-B151-DF70-5FF2-A3AC291F733B}"/>
                </a:ext>
              </a:extLst>
            </p:cNvPr>
            <p:cNvSpPr/>
            <p:nvPr userDrawn="1"/>
          </p:nvSpPr>
          <p:spPr>
            <a:xfrm>
              <a:off x="0" y="4307681"/>
              <a:ext cx="5250656" cy="835819"/>
            </a:xfrm>
            <a:prstGeom prst="rect">
              <a:avLst/>
            </a:prstGeom>
            <a:gradFill>
              <a:gsLst>
                <a:gs pos="0">
                  <a:schemeClr val="bg1">
                    <a:alpha val="0"/>
                  </a:schemeClr>
                </a:gs>
                <a:gs pos="100000">
                  <a:schemeClr val="bg1"/>
                </a:gs>
              </a:gsLst>
              <a:lin ang="10800000" scaled="1"/>
            </a:gradFill>
            <a:ln>
              <a:noFill/>
            </a:ln>
          </p:spPr>
          <p:txBody>
            <a:bodyPr wrap="square" rtlCol="0" anchor="ctr" anchorCtr="0">
              <a:noAutofit/>
            </a:bodyPr>
            <a:lstStyle/>
            <a:p>
              <a:pPr algn="ctr"/>
              <a:endParaRPr lang="en-US" sz="1600" dirty="0" err="1">
                <a:solidFill>
                  <a:schemeClr val="bg1"/>
                </a:solidFill>
              </a:endParaRPr>
            </a:p>
          </p:txBody>
        </p:sp>
      </p:grpSp>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717899" cy="415296"/>
          </a:xfrm>
          <a:prstGeom prst="rect">
            <a:avLst/>
          </a:prstGeom>
        </p:spPr>
        <p:txBody>
          <a:bodyPr>
            <a:noAutofit/>
          </a:bodyPr>
          <a:lstStyle>
            <a:lvl1pPr>
              <a:defRPr sz="2600" spc="0" baseline="0">
                <a:solidFill>
                  <a:schemeClr val="tx1"/>
                </a:solidFill>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6414CB77-5474-46A4-AA4C-09773CDF4E4D}"/>
              </a:ext>
            </a:extLst>
          </p:cNvPr>
          <p:cNvSpPr>
            <a:spLocks noGrp="1"/>
          </p:cNvSpPr>
          <p:nvPr>
            <p:ph sz="quarter" idx="10"/>
          </p:nvPr>
        </p:nvSpPr>
        <p:spPr>
          <a:xfrm>
            <a:off x="457200" y="914399"/>
            <a:ext cx="8229600" cy="3355848"/>
          </a:xfrm>
        </p:spPr>
        <p:txBody>
          <a:bodyPr>
            <a:noAutofit/>
          </a:bodyPr>
          <a:lstStyle>
            <a:lvl1pPr>
              <a:defRPr sz="2000">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9D1B3C5E-97D1-60EF-5946-669C273ECCFF}"/>
              </a:ext>
            </a:extLst>
          </p:cNvPr>
          <p:cNvCxnSpPr/>
          <p:nvPr userDrawn="1"/>
        </p:nvCxnSpPr>
        <p:spPr>
          <a:xfrm>
            <a:off x="457199" y="699391"/>
            <a:ext cx="7597140"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955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of Contents - 1 Lin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4" name="Text Placeholder 3">
            <a:extLst>
              <a:ext uri="{FF2B5EF4-FFF2-40B4-BE49-F238E27FC236}">
                <a16:creationId xmlns:a16="http://schemas.microsoft.com/office/drawing/2014/main" id="{323585BF-4B61-4EE1-92FA-F2225AC3BEA3}"/>
              </a:ext>
            </a:extLst>
          </p:cNvPr>
          <p:cNvSpPr>
            <a:spLocks noGrp="1"/>
          </p:cNvSpPr>
          <p:nvPr>
            <p:ph type="body" sz="quarter" idx="10"/>
          </p:nvPr>
        </p:nvSpPr>
        <p:spPr>
          <a:xfrm>
            <a:off x="457200" y="913737"/>
            <a:ext cx="8229600" cy="3355848"/>
          </a:xfrm>
        </p:spPr>
        <p:txBody>
          <a:bodyPr/>
          <a:lstStyle>
            <a:lvl1pPr marL="234950" indent="-234950">
              <a:spcBef>
                <a:spcPts val="1000"/>
              </a:spcBef>
              <a:spcAft>
                <a:spcPts val="0"/>
              </a:spcAft>
              <a:buFont typeface="Arial" panose="020B0604020202020204" pitchFamily="34" charset="0"/>
              <a:buNone/>
              <a:defRPr sz="2000">
                <a:latin typeface="Arial" panose="020B0604020202020204" pitchFamily="34" charset="0"/>
                <a:cs typeface="Arial" panose="020B0604020202020204" pitchFamily="34" charset="0"/>
              </a:defRPr>
            </a:lvl1pPr>
            <a:lvl2pPr marL="511175" indent="-222250">
              <a:spcBef>
                <a:spcPts val="500"/>
              </a:spcBef>
              <a:buSzPct val="75000"/>
              <a:buFont typeface="Wingdings" pitchFamily="2" charset="2"/>
              <a:buChar char="§"/>
              <a:defRPr sz="1200"/>
            </a:lvl2pPr>
            <a:lvl3pPr marL="914400" indent="-171450">
              <a:buFont typeface="Wingdings" panose="05000000000000000000" pitchFamily="2" charset="2"/>
              <a:buChar char="§"/>
              <a:defRPr sz="1200"/>
            </a:lvl3pPr>
            <a:lvl4pPr marL="1430338" indent="-168275">
              <a:defRPr/>
            </a:lvl4pPr>
            <a:lvl5pPr marL="1770063" indent="-174625">
              <a:defRPr/>
            </a:lvl5pPr>
          </a:lstStyle>
          <a:p>
            <a:pPr lvl="0"/>
            <a:r>
              <a:rPr lang="en-US"/>
              <a:t>Click to 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9DC588AE-F46F-86B4-14C7-865E3AC8C735}"/>
              </a:ext>
            </a:extLst>
          </p:cNvPr>
          <p:cNvSpPr>
            <a:spLocks noGrp="1"/>
          </p:cNvSpPr>
          <p:nvPr>
            <p:ph type="title" hasCustomPrompt="1"/>
          </p:nvPr>
        </p:nvSpPr>
        <p:spPr>
          <a:xfrm>
            <a:off x="457200" y="292608"/>
            <a:ext cx="7730836" cy="410158"/>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Tree>
    <p:extLst>
      <p:ext uri="{BB962C8B-B14F-4D97-AF65-F5344CB8AC3E}">
        <p14:creationId xmlns:p14="http://schemas.microsoft.com/office/powerpoint/2010/main" val="891109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asic - 1 Lin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1" y="292608"/>
            <a:ext cx="7723954" cy="415296"/>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32105A18-249A-44A0-90B2-EDCEF78DC8F4}"/>
              </a:ext>
            </a:extLst>
          </p:cNvPr>
          <p:cNvSpPr>
            <a:spLocks noGrp="1"/>
          </p:cNvSpPr>
          <p:nvPr>
            <p:ph sz="quarter" idx="10"/>
          </p:nvPr>
        </p:nvSpPr>
        <p:spPr>
          <a:xfrm>
            <a:off x="457199" y="988942"/>
            <a:ext cx="8229600" cy="3355848"/>
          </a:xfrm>
        </p:spPr>
        <p:txBody>
          <a:bodyPr>
            <a:noAutofit/>
          </a:bodyPr>
          <a:lstStyle>
            <a:lvl1pPr>
              <a:defRPr sz="1400">
                <a:solidFill>
                  <a:schemeClr val="tx1"/>
                </a:solidFill>
                <a:latin typeface="+mn-lt"/>
              </a:defRPr>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07553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of Contents - 1 Lin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711844" cy="415297"/>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2" name="Content Placeholder 2">
            <a:extLst>
              <a:ext uri="{FF2B5EF4-FFF2-40B4-BE49-F238E27FC236}">
                <a16:creationId xmlns:a16="http://schemas.microsoft.com/office/drawing/2014/main" id="{71483993-8C30-7E74-29A9-7BC8AEA29D61}"/>
              </a:ext>
            </a:extLst>
          </p:cNvPr>
          <p:cNvSpPr>
            <a:spLocks noGrp="1"/>
          </p:cNvSpPr>
          <p:nvPr>
            <p:ph sz="quarter" idx="11"/>
          </p:nvPr>
        </p:nvSpPr>
        <p:spPr>
          <a:xfrm>
            <a:off x="457200" y="914400"/>
            <a:ext cx="8229600" cy="3357562"/>
          </a:xfrm>
        </p:spPr>
        <p:txBody>
          <a:bodyPr>
            <a:noAutofit/>
          </a:bodyPr>
          <a:lstStyle>
            <a:lvl1pPr>
              <a:defRPr sz="20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77824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asic: CV - 1 Lin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0692"/>
            <a:ext cx="7717899" cy="410983"/>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32105A18-249A-44A0-90B2-EDCEF78DC8F4}"/>
              </a:ext>
            </a:extLst>
          </p:cNvPr>
          <p:cNvSpPr>
            <a:spLocks noGrp="1"/>
          </p:cNvSpPr>
          <p:nvPr>
            <p:ph sz="quarter" idx="10"/>
          </p:nvPr>
        </p:nvSpPr>
        <p:spPr>
          <a:xfrm>
            <a:off x="457199" y="988942"/>
            <a:ext cx="8229600" cy="3355848"/>
          </a:xfrm>
        </p:spPr>
        <p:txBody>
          <a:bodyPr>
            <a:noAutofit/>
          </a:bodyPr>
          <a:lstStyle>
            <a:lvl1pPr>
              <a:defRPr sz="1400">
                <a:solidFill>
                  <a:schemeClr val="tx1"/>
                </a:solidFill>
                <a:latin typeface="+mn-lt"/>
              </a:defRPr>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61590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B - 1 Lin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06073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A - 1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914400"/>
            <a:ext cx="9144000" cy="4229100"/>
          </a:xfrm>
          <a:prstGeom prst="rect">
            <a:avLst/>
          </a:prstGeom>
          <a:solidFill>
            <a:schemeClr val="accent6">
              <a:alpha val="30000"/>
            </a:schemeClr>
          </a:solidFill>
        </p:spPr>
        <p:txBody>
          <a:bodyPr tIns="914400" bIns="0" anchor="ctr" anchorCtr="0">
            <a:norm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3" name="Title 2">
            <a:extLst>
              <a:ext uri="{FF2B5EF4-FFF2-40B4-BE49-F238E27FC236}">
                <a16:creationId xmlns:a16="http://schemas.microsoft.com/office/drawing/2014/main" id="{2AAAFAF6-EE27-42A5-B302-F3A3F01FC7D2}"/>
              </a:ext>
            </a:extLst>
          </p:cNvPr>
          <p:cNvSpPr>
            <a:spLocks noGrp="1"/>
          </p:cNvSpPr>
          <p:nvPr>
            <p:ph type="title" hasCustomPrompt="1"/>
          </p:nvPr>
        </p:nvSpPr>
        <p:spPr>
          <a:xfrm>
            <a:off x="457199" y="292608"/>
            <a:ext cx="7699733" cy="413278"/>
          </a:xfrm>
          <a:prstGeom prst="rect">
            <a:avLst/>
          </a:prstGeom>
        </p:spPr>
        <p:txBody>
          <a:bodyPr/>
          <a:lstStyle>
            <a:lvl1pPr>
              <a:defRPr sz="2600"/>
            </a:lvl1pPr>
          </a:lstStyle>
          <a:p>
            <a:r>
              <a:rPr lang="en-US" dirty="0"/>
              <a:t>1-line headline</a:t>
            </a:r>
          </a:p>
        </p:txBody>
      </p:sp>
      <p:sp>
        <p:nvSpPr>
          <p:cNvPr id="2" name="Slide Number Placeholder 4">
            <a:extLst>
              <a:ext uri="{FF2B5EF4-FFF2-40B4-BE49-F238E27FC236}">
                <a16:creationId xmlns:a16="http://schemas.microsoft.com/office/drawing/2014/main" id="{7F05014A-03C9-E76E-8376-1E6CC7DEDE4F}"/>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spTree>
    <p:extLst>
      <p:ext uri="{BB962C8B-B14F-4D97-AF65-F5344CB8AC3E}">
        <p14:creationId xmlns:p14="http://schemas.microsoft.com/office/powerpoint/2010/main" val="7827975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B - 1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281953"/>
            <a:ext cx="9144000" cy="3453550"/>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9" name="Slide Number Placeholder 5">
            <a:extLst>
              <a:ext uri="{FF2B5EF4-FFF2-40B4-BE49-F238E27FC236}">
                <a16:creationId xmlns:a16="http://schemas.microsoft.com/office/drawing/2014/main" id="{545F2707-67E0-4A9E-B3CF-50E8F272A4ED}"/>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tx2"/>
                </a:solidFill>
              </a:defRPr>
            </a:lvl1pPr>
          </a:lstStyle>
          <a:p>
            <a:fld id="{EF03F2D8-09E8-4F65-B5E4-919B7BA10877}" type="slidenum">
              <a:rPr lang="en-US" smtClean="0"/>
              <a:pPr/>
              <a:t>‹#›</a:t>
            </a:fld>
            <a:endParaRPr lang="en-US" dirty="0"/>
          </a:p>
        </p:txBody>
      </p:sp>
      <p:sp>
        <p:nvSpPr>
          <p:cNvPr id="3" name="Title Placeholder 1">
            <a:extLst>
              <a:ext uri="{FF2B5EF4-FFF2-40B4-BE49-F238E27FC236}">
                <a16:creationId xmlns:a16="http://schemas.microsoft.com/office/drawing/2014/main" id="{3C21A955-B828-4C40-1E5C-7A93D20C4CD1}"/>
              </a:ext>
            </a:extLst>
          </p:cNvPr>
          <p:cNvSpPr>
            <a:spLocks noGrp="1"/>
          </p:cNvSpPr>
          <p:nvPr>
            <p:ph type="title" hasCustomPrompt="1"/>
          </p:nvPr>
        </p:nvSpPr>
        <p:spPr>
          <a:xfrm>
            <a:off x="457199" y="292608"/>
            <a:ext cx="7681466" cy="417591"/>
          </a:xfrm>
          <a:prstGeom prst="rect">
            <a:avLst/>
          </a:prstGeom>
        </p:spPr>
        <p:txBody>
          <a:bodyPr vert="horz" wrap="square" lIns="0" tIns="0" rIns="0" bIns="0" rtlCol="0" anchor="t" anchorCtr="0">
            <a:noAutofit/>
          </a:bodyPr>
          <a:lstStyle>
            <a:lvl1pPr>
              <a:defRPr sz="2600"/>
            </a:lvl1pPr>
          </a:lstStyle>
          <a:p>
            <a:r>
              <a:rPr lang="en-US" dirty="0"/>
              <a:t>1-line headline</a:t>
            </a:r>
          </a:p>
        </p:txBody>
      </p:sp>
      <p:sp>
        <p:nvSpPr>
          <p:cNvPr id="2" name="Text Placeholder 3">
            <a:extLst>
              <a:ext uri="{FF2B5EF4-FFF2-40B4-BE49-F238E27FC236}">
                <a16:creationId xmlns:a16="http://schemas.microsoft.com/office/drawing/2014/main" id="{E3AD40BD-E3D6-D141-DB4D-81F97EE50468}"/>
              </a:ext>
            </a:extLst>
          </p:cNvPr>
          <p:cNvSpPr>
            <a:spLocks noGrp="1"/>
          </p:cNvSpPr>
          <p:nvPr>
            <p:ph type="body" sz="quarter" idx="11"/>
          </p:nvPr>
        </p:nvSpPr>
        <p:spPr>
          <a:xfrm>
            <a:off x="457200" y="865298"/>
            <a:ext cx="7847551" cy="249687"/>
          </a:xfrm>
        </p:spPr>
        <p:txBody>
          <a:bodyPr/>
          <a:lstStyle>
            <a:lvl1pPr>
              <a:defRPr sz="1400">
                <a:solidFill>
                  <a:schemeClr val="accent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400">
                <a:solidFill>
                  <a:schemeClr val="tx1"/>
                </a:solidFill>
                <a:latin typeface="+mn-lt"/>
              </a:defRPr>
            </a:lvl5pPr>
          </a:lstStyle>
          <a:p>
            <a:pPr lvl="0"/>
            <a:r>
              <a:rPr lang="en-US"/>
              <a:t>Click to edit Master text styles</a:t>
            </a:r>
          </a:p>
        </p:txBody>
      </p:sp>
    </p:spTree>
    <p:extLst>
      <p:ext uri="{BB962C8B-B14F-4D97-AF65-F5344CB8AC3E}">
        <p14:creationId xmlns:p14="http://schemas.microsoft.com/office/powerpoint/2010/main" val="2749732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C - 1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371600"/>
            <a:ext cx="9144000" cy="3771900"/>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3" name="Title Placeholder 1">
            <a:extLst>
              <a:ext uri="{FF2B5EF4-FFF2-40B4-BE49-F238E27FC236}">
                <a16:creationId xmlns:a16="http://schemas.microsoft.com/office/drawing/2014/main" id="{CF666A99-6C2B-917C-949C-A90715AA6C0F}"/>
              </a:ext>
            </a:extLst>
          </p:cNvPr>
          <p:cNvSpPr>
            <a:spLocks noGrp="1"/>
          </p:cNvSpPr>
          <p:nvPr>
            <p:ph type="title" hasCustomPrompt="1"/>
          </p:nvPr>
        </p:nvSpPr>
        <p:spPr>
          <a:xfrm>
            <a:off x="457201" y="292608"/>
            <a:ext cx="7651154" cy="417591"/>
          </a:xfrm>
          <a:prstGeom prst="rect">
            <a:avLst/>
          </a:prstGeom>
        </p:spPr>
        <p:txBody>
          <a:bodyPr vert="horz" wrap="square" lIns="0" tIns="0" rIns="0" bIns="0" rtlCol="0" anchor="t" anchorCtr="0">
            <a:noAutofit/>
          </a:bodyPr>
          <a:lstStyle>
            <a:lvl1pPr>
              <a:defRPr sz="2600"/>
            </a:lvl1pPr>
          </a:lstStyle>
          <a:p>
            <a:r>
              <a:rPr lang="en-US" dirty="0"/>
              <a:t>1-line headline</a:t>
            </a:r>
          </a:p>
        </p:txBody>
      </p:sp>
      <p:sp>
        <p:nvSpPr>
          <p:cNvPr id="2" name="Slide Number Placeholder 4">
            <a:extLst>
              <a:ext uri="{FF2B5EF4-FFF2-40B4-BE49-F238E27FC236}">
                <a16:creationId xmlns:a16="http://schemas.microsoft.com/office/drawing/2014/main" id="{3B681329-159C-2885-FA75-4E679FFE1FD2}"/>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sp>
        <p:nvSpPr>
          <p:cNvPr id="6" name="Text Placeholder 3">
            <a:extLst>
              <a:ext uri="{FF2B5EF4-FFF2-40B4-BE49-F238E27FC236}">
                <a16:creationId xmlns:a16="http://schemas.microsoft.com/office/drawing/2014/main" id="{3D0F176D-0F6F-F0DF-E02E-425DB67BE037}"/>
              </a:ext>
            </a:extLst>
          </p:cNvPr>
          <p:cNvSpPr>
            <a:spLocks noGrp="1"/>
          </p:cNvSpPr>
          <p:nvPr>
            <p:ph type="body" sz="quarter" idx="11"/>
          </p:nvPr>
        </p:nvSpPr>
        <p:spPr>
          <a:xfrm>
            <a:off x="457200" y="865298"/>
            <a:ext cx="7847551" cy="249687"/>
          </a:xfrm>
        </p:spPr>
        <p:txBody>
          <a:bodyPr/>
          <a:lstStyle>
            <a:lvl1pPr>
              <a:defRPr sz="1400">
                <a:solidFill>
                  <a:schemeClr val="accent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400">
                <a:solidFill>
                  <a:schemeClr val="tx1"/>
                </a:solidFill>
                <a:latin typeface="+mn-lt"/>
              </a:defRPr>
            </a:lvl5pPr>
          </a:lstStyle>
          <a:p>
            <a:pPr lvl="0"/>
            <a:r>
              <a:rPr lang="en-US"/>
              <a:t>Click to edit Master text styles</a:t>
            </a:r>
          </a:p>
        </p:txBody>
      </p:sp>
    </p:spTree>
    <p:extLst>
      <p:ext uri="{BB962C8B-B14F-4D97-AF65-F5344CB8AC3E}">
        <p14:creationId xmlns:p14="http://schemas.microsoft.com/office/powerpoint/2010/main" val="36080270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Quotes Pag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0"/>
            <a:ext cx="9144000" cy="5143499"/>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8" y="2315557"/>
            <a:ext cx="6826471" cy="419747"/>
          </a:xfrm>
          <a:prstGeom prst="rect">
            <a:avLst/>
          </a:prstGeom>
        </p:spPr>
        <p:txBody>
          <a:bodyPr vert="horz" wrap="square" lIns="0" tIns="0" rIns="0" bIns="0" rtlCol="0" anchor="t" anchorCtr="0">
            <a:noAutofit/>
          </a:bodyPr>
          <a:lstStyle>
            <a:lvl1pPr>
              <a:defRPr>
                <a:solidFill>
                  <a:schemeClr val="tx1"/>
                </a:solidFill>
              </a:defRPr>
            </a:lvl1pPr>
          </a:lstStyle>
          <a:p>
            <a:r>
              <a:rPr lang="en-US" dirty="0"/>
              <a:t>Insert quote</a:t>
            </a:r>
          </a:p>
        </p:txBody>
      </p:sp>
      <p:sp>
        <p:nvSpPr>
          <p:cNvPr id="3" name="Slide Number Placeholder 4">
            <a:extLst>
              <a:ext uri="{FF2B5EF4-FFF2-40B4-BE49-F238E27FC236}">
                <a16:creationId xmlns:a16="http://schemas.microsoft.com/office/drawing/2014/main" id="{2FE780BA-C4E0-81F2-6073-0E659D10B403}"/>
              </a:ext>
            </a:extLst>
          </p:cNvPr>
          <p:cNvSpPr>
            <a:spLocks noGrp="1"/>
          </p:cNvSpPr>
          <p:nvPr>
            <p:ph type="sldNum" sz="quarter" idx="12"/>
          </p:nvPr>
        </p:nvSpPr>
        <p:spPr>
          <a:xfrm>
            <a:off x="140861" y="4908887"/>
            <a:ext cx="246888" cy="122585"/>
          </a:xfrm>
        </p:spPr>
        <p:txBody>
          <a:bodyPr/>
          <a:lstStyle/>
          <a:p>
            <a:fld id="{EF03F2D8-09E8-4F65-B5E4-919B7BA10877}" type="slidenum">
              <a:rPr lang="en-US" smtClean="0"/>
              <a:pPr/>
              <a:t>‹#›</a:t>
            </a:fld>
            <a:endParaRPr lang="en-US"/>
          </a:p>
        </p:txBody>
      </p:sp>
    </p:spTree>
    <p:extLst>
      <p:ext uri="{BB962C8B-B14F-4D97-AF65-F5344CB8AC3E}">
        <p14:creationId xmlns:p14="http://schemas.microsoft.com/office/powerpoint/2010/main" val="36694900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Subhead - 1 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92608"/>
            <a:ext cx="7635998" cy="417591"/>
          </a:xfrm>
          <a:prstGeom prst="rect">
            <a:avLst/>
          </a:prstGeom>
        </p:spPr>
        <p:txBody>
          <a:bodyPr wrap="square">
            <a:noAutofit/>
          </a:bodyPr>
          <a:lstStyle>
            <a:lvl1pPr>
              <a:defRPr sz="2600" spc="0">
                <a:latin typeface="Arial" panose="020B0604020202020204" pitchFamily="34" charset="0"/>
                <a:cs typeface="Arial" panose="020B0604020202020204" pitchFamily="34" charset="0"/>
              </a:defRPr>
            </a:lvl1pPr>
          </a:lstStyle>
          <a:p>
            <a:r>
              <a:rPr lang="en-US" dirty="0"/>
              <a:t>1-line headline</a:t>
            </a:r>
          </a:p>
        </p:txBody>
      </p:sp>
      <p:sp>
        <p:nvSpPr>
          <p:cNvPr id="5" name="Slide Number Placeholder 4"/>
          <p:cNvSpPr>
            <a:spLocks noGrp="1"/>
          </p:cNvSpPr>
          <p:nvPr>
            <p:ph type="sldNum" sz="quarter" idx="12"/>
          </p:nvPr>
        </p:nvSpPr>
        <p:spPr/>
        <p:txBody>
          <a:bodyPr/>
          <a:lstStyle/>
          <a:p>
            <a:fld id="{EF03F2D8-09E8-4F65-B5E4-919B7BA10877}" type="slidenum">
              <a:rPr lang="en-US" smtClean="0"/>
              <a:pPr/>
              <a:t>‹#›</a:t>
            </a:fld>
            <a:endParaRPr lang="en-US"/>
          </a:p>
        </p:txBody>
      </p:sp>
      <p:sp>
        <p:nvSpPr>
          <p:cNvPr id="6" name="Text Placeholder 5">
            <a:extLst>
              <a:ext uri="{FF2B5EF4-FFF2-40B4-BE49-F238E27FC236}">
                <a16:creationId xmlns:a16="http://schemas.microsoft.com/office/drawing/2014/main" id="{7E5B6FEA-0F24-4E57-986A-DF7D1B02FC83}"/>
              </a:ext>
            </a:extLst>
          </p:cNvPr>
          <p:cNvSpPr>
            <a:spLocks noGrp="1"/>
          </p:cNvSpPr>
          <p:nvPr>
            <p:ph type="body" sz="quarter" idx="11"/>
          </p:nvPr>
        </p:nvSpPr>
        <p:spPr>
          <a:xfrm>
            <a:off x="457200" y="914400"/>
            <a:ext cx="7863721" cy="254000"/>
          </a:xfrm>
          <a:prstGeom prst="rect">
            <a:avLst/>
          </a:prstGeom>
        </p:spPr>
        <p:txBody>
          <a:bodyPr lIns="0" tIns="0" rIns="0" bIns="0">
            <a:noAutofit/>
          </a:bodyPr>
          <a:lstStyle>
            <a:lvl1pPr>
              <a:defRPr sz="2000">
                <a:solidFill>
                  <a:schemeClr val="accent1"/>
                </a:solidFill>
                <a:latin typeface="Arial" panose="020B0604020202020204"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456889029"/>
      </p:ext>
    </p:extLst>
  </p:cSld>
  <p:clrMapOvr>
    <a:masterClrMapping/>
  </p:clrMapOvr>
  <p:extLst>
    <p:ext uri="{DCECCB84-F9BA-43D5-87BE-67443E8EF086}">
      <p15:sldGuideLst xmlns:p15="http://schemas.microsoft.com/office/powerpoint/2012/main">
        <p15:guide id="2" pos="5472" userDrawn="1">
          <p15:clr>
            <a:srgbClr val="FBAE40"/>
          </p15:clr>
        </p15:guide>
        <p15:guide id="3" pos="28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 1 Line">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Autofit/>
          </a:bodyPr>
          <a:lstStyle/>
          <a:p>
            <a:fld id="{EF03F2D8-09E8-4F65-B5E4-919B7BA10877}" type="slidenum">
              <a:rPr lang="en-US" smtClean="0"/>
              <a:pPr/>
              <a:t>‹#›</a:t>
            </a:fld>
            <a:endParaRPr lang="en-US"/>
          </a:p>
        </p:txBody>
      </p:sp>
      <p:sp>
        <p:nvSpPr>
          <p:cNvPr id="8" name="Title 1">
            <a:extLst>
              <a:ext uri="{FF2B5EF4-FFF2-40B4-BE49-F238E27FC236}">
                <a16:creationId xmlns:a16="http://schemas.microsoft.com/office/drawing/2014/main" id="{89429205-19AE-4A97-87B8-66B78E2E9201}"/>
              </a:ext>
            </a:extLst>
          </p:cNvPr>
          <p:cNvSpPr>
            <a:spLocks noGrp="1"/>
          </p:cNvSpPr>
          <p:nvPr>
            <p:ph type="title" hasCustomPrompt="1"/>
          </p:nvPr>
        </p:nvSpPr>
        <p:spPr>
          <a:xfrm>
            <a:off x="457200" y="292608"/>
            <a:ext cx="7666310" cy="409067"/>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1-line headline</a:t>
            </a:r>
          </a:p>
        </p:txBody>
      </p:sp>
      <p:sp>
        <p:nvSpPr>
          <p:cNvPr id="6" name="Content Placeholder 2">
            <a:extLst>
              <a:ext uri="{FF2B5EF4-FFF2-40B4-BE49-F238E27FC236}">
                <a16:creationId xmlns:a16="http://schemas.microsoft.com/office/drawing/2014/main" id="{7CB90945-7AED-4112-B6D1-26508B719911}"/>
              </a:ext>
            </a:extLst>
          </p:cNvPr>
          <p:cNvSpPr>
            <a:spLocks noGrp="1"/>
          </p:cNvSpPr>
          <p:nvPr>
            <p:ph sz="quarter" idx="10"/>
          </p:nvPr>
        </p:nvSpPr>
        <p:spPr>
          <a:xfrm>
            <a:off x="457200" y="914400"/>
            <a:ext cx="3840480" cy="3357562"/>
          </a:xfrm>
        </p:spPr>
        <p:txBody>
          <a:bodyPr>
            <a:noAutofit/>
          </a:bodyPr>
          <a:lstStyle>
            <a:lvl1pPr>
              <a:defRPr sz="20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B3687BCB-45ED-4D39-87FE-DE0B5DB3E640}"/>
              </a:ext>
            </a:extLst>
          </p:cNvPr>
          <p:cNvSpPr>
            <a:spLocks noGrp="1"/>
          </p:cNvSpPr>
          <p:nvPr>
            <p:ph sz="quarter" idx="15"/>
          </p:nvPr>
        </p:nvSpPr>
        <p:spPr>
          <a:xfrm>
            <a:off x="4843464" y="914400"/>
            <a:ext cx="3840480" cy="3357562"/>
          </a:xfrm>
        </p:spPr>
        <p:txBody>
          <a:bodyPr>
            <a:noAutofit/>
          </a:bodyPr>
          <a:lstStyle>
            <a:lvl1pPr>
              <a:defRPr sz="20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18124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 - Text + Image - 1 Lin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4642792" y="0"/>
            <a:ext cx="4501207" cy="5143500"/>
          </a:xfrm>
          <a:prstGeom prst="rect">
            <a:avLst/>
          </a:prstGeom>
          <a:solidFill>
            <a:schemeClr val="accent6">
              <a:alpha val="30000"/>
            </a:schemeClr>
          </a:solidFill>
        </p:spPr>
        <p:txBody>
          <a:bodyPr tIns="914400" bIns="0" anchor="ctr" anchorCtr="0">
            <a:noAutofit/>
          </a:bodyPr>
          <a:lstStyle>
            <a:lvl1pPr marL="0" marR="0" indent="0" algn="ctr" defTabSz="914400" rtl="0" eaLnBrk="1" fontAlgn="auto" latinLnBrk="0" hangingPunct="1">
              <a:lnSpc>
                <a:spcPct val="100000"/>
              </a:lnSpc>
              <a:spcBef>
                <a:spcPts val="200"/>
              </a:spcBef>
              <a:spcAft>
                <a:spcPts val="0"/>
              </a:spcAft>
              <a:buClrTx/>
              <a:buSzTx/>
              <a:buFont typeface="Arial" panose="020B0604020202020204" pitchFamily="34" charset="0"/>
              <a:buNone/>
              <a:tabLst/>
              <a:defRPr sz="900" i="1">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Slide Number Placeholder 5"/>
          <p:cNvSpPr>
            <a:spLocks noGrp="1"/>
          </p:cNvSpPr>
          <p:nvPr>
            <p:ph type="sldNum" sz="quarter" idx="12"/>
          </p:nvPr>
        </p:nvSpPr>
        <p:spPr/>
        <p:txBody>
          <a:bodyPr>
            <a:noAutofit/>
          </a:bodyPr>
          <a:lstStyle>
            <a:lvl1pPr>
              <a:defRPr>
                <a:solidFill>
                  <a:schemeClr val="accent5"/>
                </a:solidFill>
              </a:defRPr>
            </a:lvl1pPr>
          </a:lstStyle>
          <a:p>
            <a:fld id="{EF03F2D8-09E8-4F65-B5E4-919B7BA10877}" type="slidenum">
              <a:rPr lang="en-US" smtClean="0"/>
              <a:pPr/>
              <a:t>‹#›</a:t>
            </a:fld>
            <a:endParaRPr lang="en-US" dirty="0"/>
          </a:p>
        </p:txBody>
      </p:sp>
      <p:sp>
        <p:nvSpPr>
          <p:cNvPr id="9" name="Content Placeholder 2">
            <a:extLst>
              <a:ext uri="{FF2B5EF4-FFF2-40B4-BE49-F238E27FC236}">
                <a16:creationId xmlns:a16="http://schemas.microsoft.com/office/drawing/2014/main" id="{D82B9EDD-F1CF-4345-9489-2A6B70128D53}"/>
              </a:ext>
            </a:extLst>
          </p:cNvPr>
          <p:cNvSpPr>
            <a:spLocks noGrp="1"/>
          </p:cNvSpPr>
          <p:nvPr>
            <p:ph sz="quarter" idx="10"/>
          </p:nvPr>
        </p:nvSpPr>
        <p:spPr>
          <a:xfrm>
            <a:off x="457200" y="911513"/>
            <a:ext cx="3840480" cy="3133838"/>
          </a:xfrm>
        </p:spPr>
        <p:txBody>
          <a:bodyPr>
            <a:noAutofit/>
          </a:bodyPr>
          <a:lstStyle>
            <a:lvl1pPr>
              <a:defRPr sz="2000">
                <a:latin typeface="Arial" panose="020B0604020202020204" pitchFamily="34" charset="0"/>
                <a:cs typeface="Arial" panose="020B0604020202020204" pitchFamily="34" charset="0"/>
              </a:defRPr>
            </a:lvl1pPr>
            <a:lvl2pPr>
              <a:defRPr sz="1600"/>
            </a:lvl2pPr>
            <a:lvl3pPr>
              <a:defRPr sz="14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Placeholder 1">
            <a:extLst>
              <a:ext uri="{FF2B5EF4-FFF2-40B4-BE49-F238E27FC236}">
                <a16:creationId xmlns:a16="http://schemas.microsoft.com/office/drawing/2014/main" id="{9961A5BB-488E-ADA4-2317-94394FF57910}"/>
              </a:ext>
            </a:extLst>
          </p:cNvPr>
          <p:cNvSpPr>
            <a:spLocks noGrp="1"/>
          </p:cNvSpPr>
          <p:nvPr>
            <p:ph type="title" hasCustomPrompt="1"/>
          </p:nvPr>
        </p:nvSpPr>
        <p:spPr>
          <a:xfrm>
            <a:off x="457199" y="292608"/>
            <a:ext cx="3856009" cy="394636"/>
          </a:xfrm>
          <a:prstGeom prst="rect">
            <a:avLst/>
          </a:prstGeom>
        </p:spPr>
        <p:txBody>
          <a:bodyPr vert="horz" wrap="square" lIns="0" tIns="0" rIns="0" bIns="0" rtlCol="0" anchor="t" anchorCtr="0">
            <a:noAutofit/>
          </a:bodyPr>
          <a:lstStyle>
            <a:lvl1pPr>
              <a:defRPr sz="2600"/>
            </a:lvl1pPr>
          </a:lstStyle>
          <a:p>
            <a:r>
              <a:rPr lang="en-US" dirty="0"/>
              <a:t>1-line headline</a:t>
            </a:r>
          </a:p>
        </p:txBody>
      </p:sp>
      <p:cxnSp>
        <p:nvCxnSpPr>
          <p:cNvPr id="5" name="Straight Connector 4">
            <a:extLst>
              <a:ext uri="{FF2B5EF4-FFF2-40B4-BE49-F238E27FC236}">
                <a16:creationId xmlns:a16="http://schemas.microsoft.com/office/drawing/2014/main" id="{473413E4-E2D8-A03C-CFE3-34BD3AA906B3}"/>
              </a:ext>
            </a:extLst>
          </p:cNvPr>
          <p:cNvCxnSpPr>
            <a:cxnSpLocks/>
          </p:cNvCxnSpPr>
          <p:nvPr userDrawn="1"/>
        </p:nvCxnSpPr>
        <p:spPr>
          <a:xfrm>
            <a:off x="457199" y="699391"/>
            <a:ext cx="393192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85523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 - Image + Text - 1 Lin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0" y="0"/>
            <a:ext cx="4572000" cy="5143500"/>
          </a:xfrm>
          <a:prstGeom prst="rect">
            <a:avLst/>
          </a:prstGeom>
          <a:solidFill>
            <a:schemeClr val="accent6">
              <a:alpha val="30000"/>
            </a:schemeClr>
          </a:solidFill>
        </p:spPr>
        <p:txBody>
          <a:bodyPr tIns="914400" bIns="0" anchor="ctr" anchorCtr="0">
            <a:noAutofit/>
          </a:bodyPr>
          <a:lstStyle>
            <a:lvl1pPr marL="0" marR="0" indent="0" algn="ctr" defTabSz="914400" rtl="0" eaLnBrk="1" fontAlgn="auto" latinLnBrk="0" hangingPunct="1">
              <a:lnSpc>
                <a:spcPct val="100000"/>
              </a:lnSpc>
              <a:spcBef>
                <a:spcPts val="200"/>
              </a:spcBef>
              <a:spcAft>
                <a:spcPts val="0"/>
              </a:spcAft>
              <a:buClrTx/>
              <a:buSzTx/>
              <a:buFont typeface="Arial" panose="020B0604020202020204" pitchFamily="34" charset="0"/>
              <a:buNone/>
              <a:tabLst/>
              <a:defRPr sz="900" i="1">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4" name="Slide Number Placeholder 4">
            <a:extLst>
              <a:ext uri="{FF2B5EF4-FFF2-40B4-BE49-F238E27FC236}">
                <a16:creationId xmlns:a16="http://schemas.microsoft.com/office/drawing/2014/main" id="{76B00C78-699C-7F9D-B72B-3C95CDF7281C}"/>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sp>
        <p:nvSpPr>
          <p:cNvPr id="3" name="Content Placeholder 2">
            <a:extLst>
              <a:ext uri="{FF2B5EF4-FFF2-40B4-BE49-F238E27FC236}">
                <a16:creationId xmlns:a16="http://schemas.microsoft.com/office/drawing/2014/main" id="{FE3B768B-DAA3-DBA7-8FF7-3D69D676BFAB}"/>
              </a:ext>
            </a:extLst>
          </p:cNvPr>
          <p:cNvSpPr>
            <a:spLocks noGrp="1"/>
          </p:cNvSpPr>
          <p:nvPr>
            <p:ph sz="quarter" idx="10"/>
          </p:nvPr>
        </p:nvSpPr>
        <p:spPr>
          <a:xfrm>
            <a:off x="4962144" y="911513"/>
            <a:ext cx="3724656" cy="3133838"/>
          </a:xfrm>
        </p:spPr>
        <p:txBody>
          <a:bodyPr>
            <a:noAutofit/>
          </a:bodyPr>
          <a:lstStyle>
            <a:lvl1pPr>
              <a:defRPr sz="2000">
                <a:latin typeface="Arial" panose="020B0604020202020204" pitchFamily="34" charset="0"/>
                <a:cs typeface="Arial" panose="020B0604020202020204" pitchFamily="34" charset="0"/>
              </a:defRPr>
            </a:lvl1pPr>
            <a:lvl2pPr>
              <a:defRPr sz="1600"/>
            </a:lvl2pPr>
            <a:lvl3pPr>
              <a:defRPr sz="14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Placeholder 1">
            <a:extLst>
              <a:ext uri="{FF2B5EF4-FFF2-40B4-BE49-F238E27FC236}">
                <a16:creationId xmlns:a16="http://schemas.microsoft.com/office/drawing/2014/main" id="{394E5CB5-6CF2-3ED7-DF3B-8C0C8B5B86CE}"/>
              </a:ext>
            </a:extLst>
          </p:cNvPr>
          <p:cNvSpPr>
            <a:spLocks noGrp="1"/>
          </p:cNvSpPr>
          <p:nvPr>
            <p:ph type="title" hasCustomPrompt="1"/>
          </p:nvPr>
        </p:nvSpPr>
        <p:spPr>
          <a:xfrm>
            <a:off x="4962145" y="292608"/>
            <a:ext cx="3724656" cy="394636"/>
          </a:xfrm>
          <a:prstGeom prst="rect">
            <a:avLst/>
          </a:prstGeom>
        </p:spPr>
        <p:txBody>
          <a:bodyPr vert="horz" wrap="square" lIns="0" tIns="0" rIns="0" bIns="0" rtlCol="0" anchor="t" anchorCtr="0">
            <a:noAutofit/>
          </a:bodyPr>
          <a:lstStyle>
            <a:lvl1pPr>
              <a:defRPr sz="2600"/>
            </a:lvl1pPr>
          </a:lstStyle>
          <a:p>
            <a:r>
              <a:rPr lang="en-US" dirty="0"/>
              <a:t>1-line headline</a:t>
            </a:r>
          </a:p>
        </p:txBody>
      </p:sp>
      <p:cxnSp>
        <p:nvCxnSpPr>
          <p:cNvPr id="7" name="Straight Connector 6">
            <a:extLst>
              <a:ext uri="{FF2B5EF4-FFF2-40B4-BE49-F238E27FC236}">
                <a16:creationId xmlns:a16="http://schemas.microsoft.com/office/drawing/2014/main" id="{E42D2FD3-6A61-34BD-8710-812E84D06CD5}"/>
              </a:ext>
            </a:extLst>
          </p:cNvPr>
          <p:cNvCxnSpPr>
            <a:cxnSpLocks/>
          </p:cNvCxnSpPr>
          <p:nvPr userDrawn="1"/>
        </p:nvCxnSpPr>
        <p:spPr>
          <a:xfrm>
            <a:off x="4914337" y="699391"/>
            <a:ext cx="393192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85131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50/50  - 1 Lin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0" y="2571750"/>
            <a:ext cx="9144000" cy="2571750"/>
          </a:xfrm>
          <a:prstGeom prst="rect">
            <a:avLst/>
          </a:prstGeom>
          <a:solidFill>
            <a:schemeClr val="accent6">
              <a:alpha val="30000"/>
            </a:schemeClr>
          </a:solidFill>
        </p:spPr>
        <p:txBody>
          <a:bodyPr tIns="914400" bIns="0" anchor="ctr" anchorCtr="0">
            <a:noAutofit/>
          </a:bodyPr>
          <a:lstStyle>
            <a:lvl1pPr marL="0" marR="0" indent="0" algn="ctr" defTabSz="914400" rtl="0" eaLnBrk="1" fontAlgn="auto" latinLnBrk="0" hangingPunct="1">
              <a:lnSpc>
                <a:spcPct val="100000"/>
              </a:lnSpc>
              <a:spcBef>
                <a:spcPts val="200"/>
              </a:spcBef>
              <a:spcAft>
                <a:spcPts val="0"/>
              </a:spcAft>
              <a:buClrTx/>
              <a:buSzTx/>
              <a:buFont typeface="Arial" panose="020B0604020202020204" pitchFamily="34" charset="0"/>
              <a:buNone/>
              <a:tabLst/>
              <a:defRPr sz="900" i="1">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14" name="Content Placeholder 2">
            <a:extLst>
              <a:ext uri="{FF2B5EF4-FFF2-40B4-BE49-F238E27FC236}">
                <a16:creationId xmlns:a16="http://schemas.microsoft.com/office/drawing/2014/main" id="{BF206161-A30C-456D-A0C0-A2152F3EEA18}"/>
              </a:ext>
            </a:extLst>
          </p:cNvPr>
          <p:cNvSpPr>
            <a:spLocks noGrp="1"/>
          </p:cNvSpPr>
          <p:nvPr>
            <p:ph sz="quarter" idx="10"/>
          </p:nvPr>
        </p:nvSpPr>
        <p:spPr>
          <a:xfrm>
            <a:off x="457199" y="914400"/>
            <a:ext cx="7841412" cy="1522107"/>
          </a:xfrm>
        </p:spPr>
        <p:txBody>
          <a:bodyPr>
            <a:noAutofit/>
          </a:bodyPr>
          <a:lstStyle>
            <a:lvl1pPr>
              <a:defRPr sz="2000">
                <a:latin typeface="Arial" panose="020B0604020202020204" pitchFamily="34" charset="0"/>
                <a:cs typeface="Arial" panose="020B060402020202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laceholder 1">
            <a:extLst>
              <a:ext uri="{FF2B5EF4-FFF2-40B4-BE49-F238E27FC236}">
                <a16:creationId xmlns:a16="http://schemas.microsoft.com/office/drawing/2014/main" id="{5D1EFA24-D132-7D01-0940-74981A968685}"/>
              </a:ext>
            </a:extLst>
          </p:cNvPr>
          <p:cNvSpPr>
            <a:spLocks noGrp="1"/>
          </p:cNvSpPr>
          <p:nvPr>
            <p:ph type="title" hasCustomPrompt="1"/>
          </p:nvPr>
        </p:nvSpPr>
        <p:spPr>
          <a:xfrm>
            <a:off x="457198" y="292608"/>
            <a:ext cx="7687623" cy="409067"/>
          </a:xfrm>
          <a:prstGeom prst="rect">
            <a:avLst/>
          </a:prstGeom>
        </p:spPr>
        <p:txBody>
          <a:bodyPr vert="horz" wrap="square" lIns="0" tIns="0" rIns="0" bIns="0" rtlCol="0" anchor="t" anchorCtr="0">
            <a:noAutofit/>
          </a:bodyPr>
          <a:lstStyle>
            <a:lvl1pPr>
              <a:defRPr sz="2600"/>
            </a:lvl1pPr>
          </a:lstStyle>
          <a:p>
            <a:r>
              <a:rPr lang="en-US" dirty="0"/>
              <a:t>1-line headline</a:t>
            </a:r>
          </a:p>
        </p:txBody>
      </p:sp>
      <p:sp>
        <p:nvSpPr>
          <p:cNvPr id="5" name="Slide Number Placeholder 4">
            <a:extLst>
              <a:ext uri="{FF2B5EF4-FFF2-40B4-BE49-F238E27FC236}">
                <a16:creationId xmlns:a16="http://schemas.microsoft.com/office/drawing/2014/main" id="{26228A8A-FF52-9961-349F-51DDB0BC4BC5}"/>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cxnSp>
        <p:nvCxnSpPr>
          <p:cNvPr id="9" name="Straight Connector 8">
            <a:extLst>
              <a:ext uri="{FF2B5EF4-FFF2-40B4-BE49-F238E27FC236}">
                <a16:creationId xmlns:a16="http://schemas.microsoft.com/office/drawing/2014/main" id="{FEA0170D-091A-7F59-952F-3F6E190917ED}"/>
              </a:ext>
            </a:extLst>
          </p:cNvPr>
          <p:cNvCxnSpPr>
            <a:cxnSpLocks/>
          </p:cNvCxnSpPr>
          <p:nvPr userDrawn="1"/>
        </p:nvCxnSpPr>
        <p:spPr>
          <a:xfrm>
            <a:off x="457199" y="699391"/>
            <a:ext cx="821944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F7D0ECA0-899D-6140-2FD1-C867F335D83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238744" y="91440"/>
            <a:ext cx="933424" cy="339427"/>
          </a:xfrm>
          <a:prstGeom prst="rect">
            <a:avLst/>
          </a:prstGeom>
        </p:spPr>
      </p:pic>
    </p:spTree>
    <p:extLst>
      <p:ext uri="{BB962C8B-B14F-4D97-AF65-F5344CB8AC3E}">
        <p14:creationId xmlns:p14="http://schemas.microsoft.com/office/powerpoint/2010/main" val="28623266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Slide - Green">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03A375-8031-8133-6246-EEB51F1599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2" name="Rectangle 11">
            <a:extLst>
              <a:ext uri="{FF2B5EF4-FFF2-40B4-BE49-F238E27FC236}">
                <a16:creationId xmlns:a16="http://schemas.microsoft.com/office/drawing/2014/main" id="{3AB1C651-175E-364F-B1CD-368AAC546691}"/>
              </a:ext>
            </a:extLst>
          </p:cNvPr>
          <p:cNvSpPr/>
          <p:nvPr userDrawn="1"/>
        </p:nvSpPr>
        <p:spPr>
          <a:xfrm>
            <a:off x="0" y="0"/>
            <a:ext cx="7500395" cy="5143500"/>
          </a:xfrm>
          <a:prstGeom prst="rect">
            <a:avLst/>
          </a:prstGeom>
          <a:gradFill>
            <a:gsLst>
              <a:gs pos="0">
                <a:schemeClr val="accent1">
                  <a:lumMod val="5000"/>
                  <a:lumOff val="95000"/>
                  <a:alpha val="0"/>
                </a:schemeClr>
              </a:gs>
              <a:gs pos="85000">
                <a:schemeClr val="bg1">
                  <a:alpha val="69992"/>
                </a:schemeClr>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4" name="Graphic 3">
            <a:extLst>
              <a:ext uri="{FF2B5EF4-FFF2-40B4-BE49-F238E27FC236}">
                <a16:creationId xmlns:a16="http://schemas.microsoft.com/office/drawing/2014/main" id="{FF02CC47-1F21-A46D-D0AC-5452854B93E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744" y="91440"/>
            <a:ext cx="933424" cy="339427"/>
          </a:xfrm>
          <a:prstGeom prst="rect">
            <a:avLst/>
          </a:prstGeom>
        </p:spPr>
      </p:pic>
    </p:spTree>
    <p:extLst>
      <p:ext uri="{BB962C8B-B14F-4D97-AF65-F5344CB8AC3E}">
        <p14:creationId xmlns:p14="http://schemas.microsoft.com/office/powerpoint/2010/main" val="25840454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Slide - Black">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4FC017-21A8-0A31-0771-FE82055690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5" name="Rectangle 14">
            <a:extLst>
              <a:ext uri="{FF2B5EF4-FFF2-40B4-BE49-F238E27FC236}">
                <a16:creationId xmlns:a16="http://schemas.microsoft.com/office/drawing/2014/main" id="{1F260B82-7E2E-62AD-6BB3-E6E7D9ADB2BE}"/>
              </a:ext>
            </a:extLst>
          </p:cNvPr>
          <p:cNvSpPr/>
          <p:nvPr userDrawn="1"/>
        </p:nvSpPr>
        <p:spPr>
          <a:xfrm>
            <a:off x="0" y="0"/>
            <a:ext cx="7500395" cy="5143500"/>
          </a:xfrm>
          <a:prstGeom prst="rect">
            <a:avLst/>
          </a:prstGeom>
          <a:gradFill>
            <a:gsLst>
              <a:gs pos="0">
                <a:schemeClr val="accent1">
                  <a:lumMod val="5000"/>
                  <a:lumOff val="95000"/>
                  <a:alpha val="0"/>
                </a:schemeClr>
              </a:gs>
              <a:gs pos="85000">
                <a:schemeClr val="tx1">
                  <a:alpha val="60000"/>
                </a:schemeClr>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259BFB02-F9FE-D48D-E80E-B0AC7750F87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6126" y="90454"/>
            <a:ext cx="930402" cy="338328"/>
          </a:xfrm>
          <a:prstGeom prst="rect">
            <a:avLst/>
          </a:prstGeom>
        </p:spPr>
      </p:pic>
    </p:spTree>
    <p:extLst>
      <p:ext uri="{BB962C8B-B14F-4D97-AF65-F5344CB8AC3E}">
        <p14:creationId xmlns:p14="http://schemas.microsoft.com/office/powerpoint/2010/main" val="38309114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Slide - Whi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F5CCDD1-1D46-AE6F-578F-F2D645CD20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63563"/>
          </a:xfrm>
          <a:prstGeom prst="rect">
            <a:avLst/>
          </a:prstGeom>
        </p:spPr>
      </p:pic>
      <p:sp>
        <p:nvSpPr>
          <p:cNvPr id="15" name="Rectangle 14">
            <a:extLst>
              <a:ext uri="{FF2B5EF4-FFF2-40B4-BE49-F238E27FC236}">
                <a16:creationId xmlns:a16="http://schemas.microsoft.com/office/drawing/2014/main" id="{1F260B82-7E2E-62AD-6BB3-E6E7D9ADB2BE}"/>
              </a:ext>
            </a:extLst>
          </p:cNvPr>
          <p:cNvSpPr/>
          <p:nvPr userDrawn="1"/>
        </p:nvSpPr>
        <p:spPr>
          <a:xfrm>
            <a:off x="0" y="0"/>
            <a:ext cx="7500395" cy="5143500"/>
          </a:xfrm>
          <a:prstGeom prst="rect">
            <a:avLst/>
          </a:prstGeom>
          <a:gradFill>
            <a:gsLst>
              <a:gs pos="0">
                <a:schemeClr val="accent1">
                  <a:lumMod val="5000"/>
                  <a:lumOff val="95000"/>
                  <a:alpha val="0"/>
                </a:schemeClr>
              </a:gs>
              <a:gs pos="100000">
                <a:schemeClr val="bg1"/>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F31F7F6F-A052-090E-367A-B5CAB5A55E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046" y="91285"/>
            <a:ext cx="933424" cy="339427"/>
          </a:xfrm>
          <a:prstGeom prst="rect">
            <a:avLst/>
          </a:prstGeom>
        </p:spPr>
      </p:pic>
    </p:spTree>
    <p:extLst>
      <p:ext uri="{BB962C8B-B14F-4D97-AF65-F5344CB8AC3E}">
        <p14:creationId xmlns:p14="http://schemas.microsoft.com/office/powerpoint/2010/main" val="10547614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Q&amp;A Slide - Green">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03A375-8031-8133-6246-EEB51F1599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2" name="Rectangle 11">
            <a:extLst>
              <a:ext uri="{FF2B5EF4-FFF2-40B4-BE49-F238E27FC236}">
                <a16:creationId xmlns:a16="http://schemas.microsoft.com/office/drawing/2014/main" id="{3AB1C651-175E-364F-B1CD-368AAC546691}"/>
              </a:ext>
            </a:extLst>
          </p:cNvPr>
          <p:cNvSpPr/>
          <p:nvPr userDrawn="1"/>
        </p:nvSpPr>
        <p:spPr>
          <a:xfrm>
            <a:off x="0" y="0"/>
            <a:ext cx="7500395" cy="5143500"/>
          </a:xfrm>
          <a:prstGeom prst="rect">
            <a:avLst/>
          </a:prstGeom>
          <a:gradFill>
            <a:gsLst>
              <a:gs pos="0">
                <a:schemeClr val="accent1">
                  <a:lumMod val="5000"/>
                  <a:lumOff val="95000"/>
                  <a:alpha val="0"/>
                </a:schemeClr>
              </a:gs>
              <a:gs pos="85000">
                <a:schemeClr val="bg1">
                  <a:alpha val="69992"/>
                </a:schemeClr>
              </a:gs>
            </a:gsLst>
            <a:lin ang="10800000" scaled="1"/>
          </a:gradFill>
        </p:spPr>
        <p:txBody>
          <a:bodyPr wrap="square" rtlCol="0" anchor="ctr" anchorCtr="0">
            <a:noAutofit/>
          </a:bodyPr>
          <a:lstStyle/>
          <a:p>
            <a:pPr algn="ctr"/>
            <a:endParaRPr lang="en-US" sz="1600" dirty="0" err="1">
              <a:solidFill>
                <a:schemeClr val="bg1"/>
              </a:solidFill>
            </a:endParaRPr>
          </a:p>
        </p:txBody>
      </p:sp>
      <p:cxnSp>
        <p:nvCxnSpPr>
          <p:cNvPr id="4" name="Straight Connector 3">
            <a:extLst>
              <a:ext uri="{FF2B5EF4-FFF2-40B4-BE49-F238E27FC236}">
                <a16:creationId xmlns:a16="http://schemas.microsoft.com/office/drawing/2014/main" id="{F90433F2-6914-BF18-B40A-6F5DF132F514}"/>
              </a:ext>
            </a:extLst>
          </p:cNvPr>
          <p:cNvCxnSpPr/>
          <p:nvPr userDrawn="1"/>
        </p:nvCxnSpPr>
        <p:spPr>
          <a:xfrm>
            <a:off x="745435" y="2459935"/>
            <a:ext cx="5774635" cy="0"/>
          </a:xfrm>
          <a:prstGeom prst="line">
            <a:avLst/>
          </a:prstGeom>
          <a:ln w="6350">
            <a:solidFill>
              <a:schemeClr val="bg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Title 2">
            <a:extLst>
              <a:ext uri="{FF2B5EF4-FFF2-40B4-BE49-F238E27FC236}">
                <a16:creationId xmlns:a16="http://schemas.microsoft.com/office/drawing/2014/main" id="{CD16C99F-7B3B-E270-0B8E-15E1EB87A30A}"/>
              </a:ext>
            </a:extLst>
          </p:cNvPr>
          <p:cNvSpPr txBox="1">
            <a:spLocks/>
          </p:cNvSpPr>
          <p:nvPr userDrawn="1"/>
        </p:nvSpPr>
        <p:spPr>
          <a:xfrm>
            <a:off x="646585" y="1743786"/>
            <a:ext cx="5885833" cy="696633"/>
          </a:xfrm>
          <a:prstGeom prst="rect">
            <a:avLst/>
          </a:prstGeom>
        </p:spPr>
        <p:txBody>
          <a:bodyPr>
            <a:noAutofit/>
          </a:bodyPr>
          <a:lstStyle>
            <a:lvl1pPr algn="l" defTabSz="914400" rtl="0" eaLnBrk="1" latinLnBrk="0" hangingPunct="1">
              <a:lnSpc>
                <a:spcPct val="85000"/>
              </a:lnSpc>
              <a:spcBef>
                <a:spcPct val="0"/>
              </a:spcBef>
              <a:buNone/>
              <a:defRPr sz="2800" b="0" i="0" kern="1200" spc="0" baseline="0">
                <a:solidFill>
                  <a:schemeClr val="tx1"/>
                </a:solidFill>
                <a:latin typeface="Arial Narrow" panose="020B0604020202020204" pitchFamily="34" charset="0"/>
                <a:ea typeface="+mj-ea"/>
                <a:cs typeface="Arial Narrow" panose="020B0604020202020204" pitchFamily="34" charset="0"/>
              </a:defRPr>
            </a:lvl1pPr>
          </a:lstStyle>
          <a:p>
            <a:r>
              <a:rPr lang="en-US" sz="4400" dirty="0">
                <a:solidFill>
                  <a:schemeClr val="tx1"/>
                </a:solidFill>
                <a:latin typeface="Arial" panose="020B0604020202020204" pitchFamily="34" charset="0"/>
                <a:cs typeface="Arial" panose="020B0604020202020204" pitchFamily="34" charset="0"/>
              </a:rPr>
              <a:t>Q&amp;A</a:t>
            </a:r>
          </a:p>
        </p:txBody>
      </p:sp>
      <p:pic>
        <p:nvPicPr>
          <p:cNvPr id="6" name="Graphic 5">
            <a:extLst>
              <a:ext uri="{FF2B5EF4-FFF2-40B4-BE49-F238E27FC236}">
                <a16:creationId xmlns:a16="http://schemas.microsoft.com/office/drawing/2014/main" id="{4212D126-010E-6B1D-4220-ECE08B9368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046" y="91285"/>
            <a:ext cx="933424" cy="339427"/>
          </a:xfrm>
          <a:prstGeom prst="rect">
            <a:avLst/>
          </a:prstGeom>
        </p:spPr>
      </p:pic>
    </p:spTree>
    <p:extLst>
      <p:ext uri="{BB962C8B-B14F-4D97-AF65-F5344CB8AC3E}">
        <p14:creationId xmlns:p14="http://schemas.microsoft.com/office/powerpoint/2010/main" val="35214152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Q&amp;A Slide - Black">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4FC017-21A8-0A31-0771-FE82055690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5" name="Rectangle 14">
            <a:extLst>
              <a:ext uri="{FF2B5EF4-FFF2-40B4-BE49-F238E27FC236}">
                <a16:creationId xmlns:a16="http://schemas.microsoft.com/office/drawing/2014/main" id="{1F260B82-7E2E-62AD-6BB3-E6E7D9ADB2BE}"/>
              </a:ext>
            </a:extLst>
          </p:cNvPr>
          <p:cNvSpPr/>
          <p:nvPr userDrawn="1"/>
        </p:nvSpPr>
        <p:spPr>
          <a:xfrm>
            <a:off x="0" y="0"/>
            <a:ext cx="7500395" cy="5143500"/>
          </a:xfrm>
          <a:prstGeom prst="rect">
            <a:avLst/>
          </a:prstGeom>
          <a:gradFill>
            <a:gsLst>
              <a:gs pos="0">
                <a:schemeClr val="accent1">
                  <a:lumMod val="5000"/>
                  <a:lumOff val="95000"/>
                  <a:alpha val="0"/>
                </a:schemeClr>
              </a:gs>
              <a:gs pos="85000">
                <a:schemeClr val="tx1">
                  <a:alpha val="60000"/>
                </a:schemeClr>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259BFB02-F9FE-D48D-E80E-B0AC7750F87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6126" y="90454"/>
            <a:ext cx="930402" cy="338328"/>
          </a:xfrm>
          <a:prstGeom prst="rect">
            <a:avLst/>
          </a:prstGeom>
        </p:spPr>
      </p:pic>
      <p:cxnSp>
        <p:nvCxnSpPr>
          <p:cNvPr id="4" name="Straight Connector 3">
            <a:extLst>
              <a:ext uri="{FF2B5EF4-FFF2-40B4-BE49-F238E27FC236}">
                <a16:creationId xmlns:a16="http://schemas.microsoft.com/office/drawing/2014/main" id="{03601273-1E03-B2E0-8D6F-C6732C24B6C8}"/>
              </a:ext>
            </a:extLst>
          </p:cNvPr>
          <p:cNvCxnSpPr/>
          <p:nvPr userDrawn="1"/>
        </p:nvCxnSpPr>
        <p:spPr>
          <a:xfrm>
            <a:off x="745435" y="2459935"/>
            <a:ext cx="5774635"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Title 2">
            <a:extLst>
              <a:ext uri="{FF2B5EF4-FFF2-40B4-BE49-F238E27FC236}">
                <a16:creationId xmlns:a16="http://schemas.microsoft.com/office/drawing/2014/main" id="{77C142CB-7350-F386-E2F0-0C69E9111D5E}"/>
              </a:ext>
            </a:extLst>
          </p:cNvPr>
          <p:cNvSpPr txBox="1">
            <a:spLocks/>
          </p:cNvSpPr>
          <p:nvPr userDrawn="1"/>
        </p:nvSpPr>
        <p:spPr>
          <a:xfrm>
            <a:off x="646585" y="1743786"/>
            <a:ext cx="5885833" cy="696633"/>
          </a:xfrm>
          <a:prstGeom prst="rect">
            <a:avLst/>
          </a:prstGeom>
        </p:spPr>
        <p:txBody>
          <a:bodyPr>
            <a:noAutofit/>
          </a:bodyPr>
          <a:lstStyle>
            <a:lvl1pPr algn="l" defTabSz="914400" rtl="0" eaLnBrk="1" latinLnBrk="0" hangingPunct="1">
              <a:lnSpc>
                <a:spcPct val="85000"/>
              </a:lnSpc>
              <a:spcBef>
                <a:spcPct val="0"/>
              </a:spcBef>
              <a:buNone/>
              <a:defRPr sz="2800" b="0" i="0" kern="1200" spc="0" baseline="0">
                <a:solidFill>
                  <a:schemeClr val="tx1"/>
                </a:solidFill>
                <a:latin typeface="Arial Narrow" panose="020B0604020202020204" pitchFamily="34" charset="0"/>
                <a:ea typeface="+mj-ea"/>
                <a:cs typeface="Arial Narrow" panose="020B0604020202020204" pitchFamily="34" charset="0"/>
              </a:defRPr>
            </a:lvl1pPr>
          </a:lstStyle>
          <a:p>
            <a:r>
              <a:rPr lang="en-US" sz="4400" dirty="0">
                <a:solidFill>
                  <a:schemeClr val="bg1"/>
                </a:solidFill>
                <a:latin typeface="Arial" panose="020B0604020202020204" pitchFamily="34" charset="0"/>
                <a:cs typeface="Arial" panose="020B0604020202020204" pitchFamily="34" charset="0"/>
              </a:rPr>
              <a:t>Q&amp;A</a:t>
            </a:r>
          </a:p>
        </p:txBody>
      </p:sp>
    </p:spTree>
    <p:extLst>
      <p:ext uri="{BB962C8B-B14F-4D97-AF65-F5344CB8AC3E}">
        <p14:creationId xmlns:p14="http://schemas.microsoft.com/office/powerpoint/2010/main" val="23257710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Q&amp;A Slide - Whi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F5CCDD1-1D46-AE6F-578F-F2D645CD20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63563"/>
          </a:xfrm>
          <a:prstGeom prst="rect">
            <a:avLst/>
          </a:prstGeom>
        </p:spPr>
      </p:pic>
      <p:sp>
        <p:nvSpPr>
          <p:cNvPr id="15" name="Rectangle 14">
            <a:extLst>
              <a:ext uri="{FF2B5EF4-FFF2-40B4-BE49-F238E27FC236}">
                <a16:creationId xmlns:a16="http://schemas.microsoft.com/office/drawing/2014/main" id="{1F260B82-7E2E-62AD-6BB3-E6E7D9ADB2BE}"/>
              </a:ext>
            </a:extLst>
          </p:cNvPr>
          <p:cNvSpPr/>
          <p:nvPr userDrawn="1"/>
        </p:nvSpPr>
        <p:spPr>
          <a:xfrm>
            <a:off x="0" y="0"/>
            <a:ext cx="7500395" cy="5143500"/>
          </a:xfrm>
          <a:prstGeom prst="rect">
            <a:avLst/>
          </a:prstGeom>
          <a:gradFill>
            <a:gsLst>
              <a:gs pos="0">
                <a:schemeClr val="accent1">
                  <a:lumMod val="5000"/>
                  <a:lumOff val="95000"/>
                  <a:alpha val="0"/>
                </a:schemeClr>
              </a:gs>
              <a:gs pos="100000">
                <a:schemeClr val="bg1"/>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F31F7F6F-A052-090E-367A-B5CAB5A55E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046" y="91285"/>
            <a:ext cx="933424" cy="339427"/>
          </a:xfrm>
          <a:prstGeom prst="rect">
            <a:avLst/>
          </a:prstGeom>
        </p:spPr>
      </p:pic>
      <p:cxnSp>
        <p:nvCxnSpPr>
          <p:cNvPr id="3" name="Straight Connector 2">
            <a:extLst>
              <a:ext uri="{FF2B5EF4-FFF2-40B4-BE49-F238E27FC236}">
                <a16:creationId xmlns:a16="http://schemas.microsoft.com/office/drawing/2014/main" id="{888810EB-3D75-D21E-81F2-52B2D398F145}"/>
              </a:ext>
            </a:extLst>
          </p:cNvPr>
          <p:cNvCxnSpPr/>
          <p:nvPr userDrawn="1"/>
        </p:nvCxnSpPr>
        <p:spPr>
          <a:xfrm>
            <a:off x="745435" y="2459935"/>
            <a:ext cx="5774635"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itle 2">
            <a:extLst>
              <a:ext uri="{FF2B5EF4-FFF2-40B4-BE49-F238E27FC236}">
                <a16:creationId xmlns:a16="http://schemas.microsoft.com/office/drawing/2014/main" id="{02135B0B-C832-312D-562E-9FEABC439ABB}"/>
              </a:ext>
            </a:extLst>
          </p:cNvPr>
          <p:cNvSpPr txBox="1">
            <a:spLocks/>
          </p:cNvSpPr>
          <p:nvPr userDrawn="1"/>
        </p:nvSpPr>
        <p:spPr>
          <a:xfrm>
            <a:off x="646585" y="1743786"/>
            <a:ext cx="5885833" cy="696633"/>
          </a:xfrm>
          <a:prstGeom prst="rect">
            <a:avLst/>
          </a:prstGeom>
        </p:spPr>
        <p:txBody>
          <a:bodyPr>
            <a:noAutofit/>
          </a:bodyPr>
          <a:lstStyle>
            <a:lvl1pPr algn="l" defTabSz="914400" rtl="0" eaLnBrk="1" latinLnBrk="0" hangingPunct="1">
              <a:lnSpc>
                <a:spcPct val="85000"/>
              </a:lnSpc>
              <a:spcBef>
                <a:spcPct val="0"/>
              </a:spcBef>
              <a:buNone/>
              <a:defRPr sz="2800" b="0" i="0" kern="1200" spc="0" baseline="0">
                <a:solidFill>
                  <a:schemeClr val="tx1"/>
                </a:solidFill>
                <a:latin typeface="Arial Narrow" panose="020B0604020202020204" pitchFamily="34" charset="0"/>
                <a:ea typeface="+mj-ea"/>
                <a:cs typeface="Arial Narrow" panose="020B0604020202020204" pitchFamily="34" charset="0"/>
              </a:defRPr>
            </a:lvl1pPr>
          </a:lstStyle>
          <a:p>
            <a:r>
              <a:rPr lang="en-US" sz="4400" dirty="0">
                <a:solidFill>
                  <a:schemeClr val="tx1"/>
                </a:solidFill>
                <a:latin typeface="Arial" panose="020B0604020202020204" pitchFamily="34" charset="0"/>
                <a:cs typeface="Arial" panose="020B0604020202020204" pitchFamily="34" charset="0"/>
              </a:rPr>
              <a:t>Q&amp;A</a:t>
            </a:r>
          </a:p>
        </p:txBody>
      </p:sp>
    </p:spTree>
    <p:extLst>
      <p:ext uri="{BB962C8B-B14F-4D97-AF65-F5344CB8AC3E}">
        <p14:creationId xmlns:p14="http://schemas.microsoft.com/office/powerpoint/2010/main" val="20627435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hank you slide - Green">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03A375-8031-8133-6246-EEB51F1599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2" name="Rectangle 11">
            <a:extLst>
              <a:ext uri="{FF2B5EF4-FFF2-40B4-BE49-F238E27FC236}">
                <a16:creationId xmlns:a16="http://schemas.microsoft.com/office/drawing/2014/main" id="{3AB1C651-175E-364F-B1CD-368AAC546691}"/>
              </a:ext>
            </a:extLst>
          </p:cNvPr>
          <p:cNvSpPr/>
          <p:nvPr userDrawn="1"/>
        </p:nvSpPr>
        <p:spPr>
          <a:xfrm>
            <a:off x="0" y="0"/>
            <a:ext cx="7500395" cy="5143500"/>
          </a:xfrm>
          <a:prstGeom prst="rect">
            <a:avLst/>
          </a:prstGeom>
          <a:gradFill>
            <a:gsLst>
              <a:gs pos="0">
                <a:schemeClr val="accent1">
                  <a:lumMod val="5000"/>
                  <a:lumOff val="95000"/>
                  <a:alpha val="0"/>
                </a:schemeClr>
              </a:gs>
              <a:gs pos="85000">
                <a:schemeClr val="bg1">
                  <a:alpha val="69992"/>
                </a:schemeClr>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D9699750-BF2F-593B-08CA-B0703863FA3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046" y="84935"/>
            <a:ext cx="933424" cy="339427"/>
          </a:xfrm>
          <a:prstGeom prst="rect">
            <a:avLst/>
          </a:prstGeom>
        </p:spPr>
      </p:pic>
      <p:cxnSp>
        <p:nvCxnSpPr>
          <p:cNvPr id="4" name="Straight Connector 3">
            <a:extLst>
              <a:ext uri="{FF2B5EF4-FFF2-40B4-BE49-F238E27FC236}">
                <a16:creationId xmlns:a16="http://schemas.microsoft.com/office/drawing/2014/main" id="{F90433F2-6914-BF18-B40A-6F5DF132F514}"/>
              </a:ext>
            </a:extLst>
          </p:cNvPr>
          <p:cNvCxnSpPr/>
          <p:nvPr userDrawn="1"/>
        </p:nvCxnSpPr>
        <p:spPr>
          <a:xfrm>
            <a:off x="745435" y="2459935"/>
            <a:ext cx="5774635" cy="0"/>
          </a:xfrm>
          <a:prstGeom prst="line">
            <a:avLst/>
          </a:prstGeom>
          <a:ln w="6350">
            <a:solidFill>
              <a:schemeClr val="bg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Title 2">
            <a:extLst>
              <a:ext uri="{FF2B5EF4-FFF2-40B4-BE49-F238E27FC236}">
                <a16:creationId xmlns:a16="http://schemas.microsoft.com/office/drawing/2014/main" id="{CD16C99F-7B3B-E270-0B8E-15E1EB87A30A}"/>
              </a:ext>
            </a:extLst>
          </p:cNvPr>
          <p:cNvSpPr txBox="1">
            <a:spLocks/>
          </p:cNvSpPr>
          <p:nvPr userDrawn="1"/>
        </p:nvSpPr>
        <p:spPr>
          <a:xfrm>
            <a:off x="646585" y="1743786"/>
            <a:ext cx="5885833" cy="696633"/>
          </a:xfrm>
          <a:prstGeom prst="rect">
            <a:avLst/>
          </a:prstGeom>
        </p:spPr>
        <p:txBody>
          <a:bodyPr>
            <a:noAutofit/>
          </a:bodyPr>
          <a:lstStyle>
            <a:lvl1pPr algn="l" defTabSz="914400" rtl="0" eaLnBrk="1" latinLnBrk="0" hangingPunct="1">
              <a:lnSpc>
                <a:spcPct val="85000"/>
              </a:lnSpc>
              <a:spcBef>
                <a:spcPct val="0"/>
              </a:spcBef>
              <a:buNone/>
              <a:defRPr sz="2800" b="0" i="0" kern="1200" spc="0" baseline="0">
                <a:solidFill>
                  <a:schemeClr val="tx1"/>
                </a:solidFill>
                <a:latin typeface="Arial Narrow" panose="020B0604020202020204" pitchFamily="34" charset="0"/>
                <a:ea typeface="+mj-ea"/>
                <a:cs typeface="Arial Narrow" panose="020B0604020202020204" pitchFamily="34" charset="0"/>
              </a:defRPr>
            </a:lvl1pPr>
          </a:lstStyle>
          <a:p>
            <a:pPr marL="0" indent="0">
              <a:tabLst>
                <a:tab pos="2111375" algn="l"/>
              </a:tabLst>
            </a:pPr>
            <a:r>
              <a:rPr lang="en-US" sz="4400"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12121954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hank you slide - Black">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4FC017-21A8-0A31-0771-FE82055690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5" name="Rectangle 14">
            <a:extLst>
              <a:ext uri="{FF2B5EF4-FFF2-40B4-BE49-F238E27FC236}">
                <a16:creationId xmlns:a16="http://schemas.microsoft.com/office/drawing/2014/main" id="{1F260B82-7E2E-62AD-6BB3-E6E7D9ADB2BE}"/>
              </a:ext>
            </a:extLst>
          </p:cNvPr>
          <p:cNvSpPr/>
          <p:nvPr userDrawn="1"/>
        </p:nvSpPr>
        <p:spPr>
          <a:xfrm>
            <a:off x="0" y="0"/>
            <a:ext cx="7500395" cy="5143500"/>
          </a:xfrm>
          <a:prstGeom prst="rect">
            <a:avLst/>
          </a:prstGeom>
          <a:gradFill>
            <a:gsLst>
              <a:gs pos="0">
                <a:schemeClr val="accent1">
                  <a:lumMod val="5000"/>
                  <a:lumOff val="95000"/>
                  <a:alpha val="0"/>
                </a:schemeClr>
              </a:gs>
              <a:gs pos="85000">
                <a:schemeClr val="tx1">
                  <a:alpha val="60000"/>
                </a:schemeClr>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259BFB02-F9FE-D48D-E80E-B0AC7750F87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6126" y="90454"/>
            <a:ext cx="930402" cy="338328"/>
          </a:xfrm>
          <a:prstGeom prst="rect">
            <a:avLst/>
          </a:prstGeom>
        </p:spPr>
      </p:pic>
      <p:cxnSp>
        <p:nvCxnSpPr>
          <p:cNvPr id="4" name="Straight Connector 3">
            <a:extLst>
              <a:ext uri="{FF2B5EF4-FFF2-40B4-BE49-F238E27FC236}">
                <a16:creationId xmlns:a16="http://schemas.microsoft.com/office/drawing/2014/main" id="{03601273-1E03-B2E0-8D6F-C6732C24B6C8}"/>
              </a:ext>
            </a:extLst>
          </p:cNvPr>
          <p:cNvCxnSpPr/>
          <p:nvPr userDrawn="1"/>
        </p:nvCxnSpPr>
        <p:spPr>
          <a:xfrm>
            <a:off x="745435" y="2459935"/>
            <a:ext cx="5774635"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Title 2">
            <a:extLst>
              <a:ext uri="{FF2B5EF4-FFF2-40B4-BE49-F238E27FC236}">
                <a16:creationId xmlns:a16="http://schemas.microsoft.com/office/drawing/2014/main" id="{77C142CB-7350-F386-E2F0-0C69E9111D5E}"/>
              </a:ext>
            </a:extLst>
          </p:cNvPr>
          <p:cNvSpPr txBox="1">
            <a:spLocks/>
          </p:cNvSpPr>
          <p:nvPr userDrawn="1"/>
        </p:nvSpPr>
        <p:spPr>
          <a:xfrm>
            <a:off x="646585" y="1743786"/>
            <a:ext cx="5885833" cy="696633"/>
          </a:xfrm>
          <a:prstGeom prst="rect">
            <a:avLst/>
          </a:prstGeom>
        </p:spPr>
        <p:txBody>
          <a:bodyPr>
            <a:noAutofit/>
          </a:bodyPr>
          <a:lstStyle>
            <a:lvl1pPr algn="l" defTabSz="914400" rtl="0" eaLnBrk="1" latinLnBrk="0" hangingPunct="1">
              <a:lnSpc>
                <a:spcPct val="85000"/>
              </a:lnSpc>
              <a:spcBef>
                <a:spcPct val="0"/>
              </a:spcBef>
              <a:buNone/>
              <a:defRPr sz="2800" b="0" i="0" kern="1200" spc="0" baseline="0">
                <a:solidFill>
                  <a:schemeClr val="tx1"/>
                </a:solidFill>
                <a:latin typeface="Arial Narrow" panose="020B0604020202020204" pitchFamily="34" charset="0"/>
                <a:ea typeface="+mj-ea"/>
                <a:cs typeface="Arial Narrow" panose="020B0604020202020204" pitchFamily="34" charset="0"/>
              </a:defRPr>
            </a:lvl1pPr>
          </a:lstStyle>
          <a:p>
            <a:r>
              <a:rPr lang="en-US" sz="4400" dirty="0">
                <a:solidFill>
                  <a:schemeClr val="bg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1998907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hank you slide - Whi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F5CCDD1-1D46-AE6F-578F-F2D645CD20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63563"/>
          </a:xfrm>
          <a:prstGeom prst="rect">
            <a:avLst/>
          </a:prstGeom>
        </p:spPr>
      </p:pic>
      <p:sp>
        <p:nvSpPr>
          <p:cNvPr id="15" name="Rectangle 14">
            <a:extLst>
              <a:ext uri="{FF2B5EF4-FFF2-40B4-BE49-F238E27FC236}">
                <a16:creationId xmlns:a16="http://schemas.microsoft.com/office/drawing/2014/main" id="{1F260B82-7E2E-62AD-6BB3-E6E7D9ADB2BE}"/>
              </a:ext>
            </a:extLst>
          </p:cNvPr>
          <p:cNvSpPr/>
          <p:nvPr userDrawn="1"/>
        </p:nvSpPr>
        <p:spPr>
          <a:xfrm>
            <a:off x="0" y="0"/>
            <a:ext cx="7500395" cy="5143500"/>
          </a:xfrm>
          <a:prstGeom prst="rect">
            <a:avLst/>
          </a:prstGeom>
          <a:gradFill>
            <a:gsLst>
              <a:gs pos="0">
                <a:schemeClr val="accent1">
                  <a:lumMod val="5000"/>
                  <a:lumOff val="95000"/>
                  <a:alpha val="0"/>
                </a:schemeClr>
              </a:gs>
              <a:gs pos="100000">
                <a:schemeClr val="bg1"/>
              </a:gs>
            </a:gsLst>
            <a:lin ang="10800000" scaled="1"/>
          </a:gradFill>
        </p:spPr>
        <p:txBody>
          <a:bodyPr wrap="square" rtlCol="0" anchor="ctr" anchorCtr="0">
            <a:noAutofit/>
          </a:bodyPr>
          <a:lstStyle/>
          <a:p>
            <a:pPr algn="ctr"/>
            <a:endParaRPr lang="en-US" sz="1600" dirty="0" err="1">
              <a:solidFill>
                <a:schemeClr val="bg1"/>
              </a:solidFill>
            </a:endParaRPr>
          </a:p>
        </p:txBody>
      </p:sp>
      <p:pic>
        <p:nvPicPr>
          <p:cNvPr id="2" name="Graphic 1">
            <a:extLst>
              <a:ext uri="{FF2B5EF4-FFF2-40B4-BE49-F238E27FC236}">
                <a16:creationId xmlns:a16="http://schemas.microsoft.com/office/drawing/2014/main" id="{F31F7F6F-A052-090E-367A-B5CAB5A55E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8046" y="91285"/>
            <a:ext cx="933424" cy="339427"/>
          </a:xfrm>
          <a:prstGeom prst="rect">
            <a:avLst/>
          </a:prstGeom>
        </p:spPr>
      </p:pic>
      <p:cxnSp>
        <p:nvCxnSpPr>
          <p:cNvPr id="3" name="Straight Connector 2">
            <a:extLst>
              <a:ext uri="{FF2B5EF4-FFF2-40B4-BE49-F238E27FC236}">
                <a16:creationId xmlns:a16="http://schemas.microsoft.com/office/drawing/2014/main" id="{888810EB-3D75-D21E-81F2-52B2D398F145}"/>
              </a:ext>
            </a:extLst>
          </p:cNvPr>
          <p:cNvCxnSpPr/>
          <p:nvPr userDrawn="1"/>
        </p:nvCxnSpPr>
        <p:spPr>
          <a:xfrm>
            <a:off x="745435" y="2459935"/>
            <a:ext cx="5774635"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itle 2">
            <a:extLst>
              <a:ext uri="{FF2B5EF4-FFF2-40B4-BE49-F238E27FC236}">
                <a16:creationId xmlns:a16="http://schemas.microsoft.com/office/drawing/2014/main" id="{02135B0B-C832-312D-562E-9FEABC439ABB}"/>
              </a:ext>
            </a:extLst>
          </p:cNvPr>
          <p:cNvSpPr txBox="1">
            <a:spLocks/>
          </p:cNvSpPr>
          <p:nvPr userDrawn="1"/>
        </p:nvSpPr>
        <p:spPr>
          <a:xfrm>
            <a:off x="646585" y="1743786"/>
            <a:ext cx="5885833" cy="696633"/>
          </a:xfrm>
          <a:prstGeom prst="rect">
            <a:avLst/>
          </a:prstGeom>
        </p:spPr>
        <p:txBody>
          <a:bodyPr>
            <a:noAutofit/>
          </a:bodyPr>
          <a:lstStyle>
            <a:lvl1pPr algn="l" defTabSz="914400" rtl="0" eaLnBrk="1" latinLnBrk="0" hangingPunct="1">
              <a:lnSpc>
                <a:spcPct val="85000"/>
              </a:lnSpc>
              <a:spcBef>
                <a:spcPct val="0"/>
              </a:spcBef>
              <a:buNone/>
              <a:defRPr sz="2800" b="0" i="0" kern="1200" spc="0" baseline="0">
                <a:solidFill>
                  <a:schemeClr val="tx1"/>
                </a:solidFill>
                <a:latin typeface="Arial Narrow" panose="020B0604020202020204" pitchFamily="34" charset="0"/>
                <a:ea typeface="+mj-ea"/>
                <a:cs typeface="Arial Narrow" panose="020B0604020202020204" pitchFamily="34" charset="0"/>
              </a:defRPr>
            </a:lvl1pPr>
          </a:lstStyle>
          <a:p>
            <a:r>
              <a:rPr lang="en-US" sz="4400"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39639176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804B4CE-947B-BB42-BF8F-CA633BB92A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599817" y="2080387"/>
            <a:ext cx="3944366" cy="982726"/>
          </a:xfrm>
          <a:prstGeom prst="rect">
            <a:avLst/>
          </a:prstGeom>
        </p:spPr>
      </p:pic>
    </p:spTree>
    <p:extLst>
      <p:ext uri="{BB962C8B-B14F-4D97-AF65-F5344CB8AC3E}">
        <p14:creationId xmlns:p14="http://schemas.microsoft.com/office/powerpoint/2010/main" val="9722353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emplate Section Info Slide">
    <p:bg>
      <p:bgPr>
        <a:solidFill>
          <a:schemeClr val="accent3"/>
        </a:solidFill>
        <a:effectLst/>
      </p:bgPr>
    </p:bg>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861AEF07-A214-EE40-ACEC-917DF182E153}"/>
              </a:ext>
            </a:extLst>
          </p:cNvPr>
          <p:cNvSpPr>
            <a:spLocks noGrp="1"/>
          </p:cNvSpPr>
          <p:nvPr>
            <p:ph type="title"/>
          </p:nvPr>
        </p:nvSpPr>
        <p:spPr>
          <a:xfrm>
            <a:off x="478237" y="1977381"/>
            <a:ext cx="8187526" cy="784830"/>
          </a:xfrm>
          <a:prstGeom prst="rect">
            <a:avLst/>
          </a:prstGeom>
        </p:spPr>
        <p:txBody>
          <a:bodyPr>
            <a:noAutofit/>
          </a:bodyPr>
          <a:lstStyle>
            <a:lvl1pPr algn="ctr">
              <a:defRPr sz="6000">
                <a:solidFill>
                  <a:schemeClr val="bg1"/>
                </a:solidFill>
              </a:defRPr>
            </a:lvl1pPr>
          </a:lstStyle>
          <a:p>
            <a:r>
              <a:rPr lang="en-US"/>
              <a:t>Click to edit Master title style</a:t>
            </a:r>
            <a:endParaRPr lang="en-US" dirty="0"/>
          </a:p>
        </p:txBody>
      </p:sp>
      <p:sp>
        <p:nvSpPr>
          <p:cNvPr id="9" name="Title 9">
            <a:extLst>
              <a:ext uri="{FF2B5EF4-FFF2-40B4-BE49-F238E27FC236}">
                <a16:creationId xmlns:a16="http://schemas.microsoft.com/office/drawing/2014/main" id="{23F1FA4F-2918-C347-8B19-B811C49073BF}"/>
              </a:ext>
            </a:extLst>
          </p:cNvPr>
          <p:cNvSpPr txBox="1">
            <a:spLocks/>
          </p:cNvSpPr>
          <p:nvPr userDrawn="1"/>
        </p:nvSpPr>
        <p:spPr>
          <a:xfrm>
            <a:off x="420180" y="3699906"/>
            <a:ext cx="8187526" cy="209288"/>
          </a:xfrm>
          <a:prstGeom prst="rect">
            <a:avLst/>
          </a:prstGeom>
        </p:spPr>
        <p:txBody>
          <a:bodyPr vert="horz" wrap="square" lIns="0" tIns="0" rIns="0" bIns="0" rtlCol="0" anchor="t" anchorCtr="0">
            <a:noAutofit/>
          </a:bodyPr>
          <a:lstStyle>
            <a:lvl1pPr algn="ctr" defTabSz="914400" rtl="0" eaLnBrk="1" latinLnBrk="0" hangingPunct="1">
              <a:lnSpc>
                <a:spcPct val="85000"/>
              </a:lnSpc>
              <a:spcBef>
                <a:spcPct val="0"/>
              </a:spcBef>
              <a:buNone/>
              <a:defRPr sz="6000" kern="1200" spc="80" baseline="0">
                <a:solidFill>
                  <a:schemeClr val="tx1"/>
                </a:solidFill>
                <a:latin typeface="Bahnschrift SemiBold Condensed" panose="020B0502040204020203" pitchFamily="34" charset="0"/>
                <a:ea typeface="+mj-ea"/>
                <a:cs typeface="+mj-cs"/>
              </a:defRPr>
            </a:lvl1pPr>
          </a:lstStyle>
          <a:p>
            <a:r>
              <a:rPr lang="en-US" sz="1600" dirty="0">
                <a:solidFill>
                  <a:schemeClr val="bg1"/>
                </a:solidFill>
                <a:latin typeface="Arial Narrow" panose="020B0606020202030204" pitchFamily="34" charset="0"/>
              </a:rPr>
              <a:t>ATTENTION: DO NOT USE THIS YELLOW SLIDE IN YOUR PRESENTATIONS.</a:t>
            </a:r>
            <a:br>
              <a:rPr lang="en-US" sz="1600" dirty="0">
                <a:solidFill>
                  <a:schemeClr val="bg1"/>
                </a:solidFill>
                <a:latin typeface="Arial Narrow" panose="020B0606020202030204" pitchFamily="34" charset="0"/>
              </a:rPr>
            </a:br>
            <a:r>
              <a:rPr lang="en-US" sz="1600" dirty="0">
                <a:solidFill>
                  <a:schemeClr val="bg1"/>
                </a:solidFill>
                <a:latin typeface="Arial Narrow" panose="020B0606020202030204" pitchFamily="34" charset="0"/>
              </a:rPr>
              <a:t>(FOR SECTION ORGANIZATION ONLY)</a:t>
            </a:r>
          </a:p>
        </p:txBody>
      </p:sp>
    </p:spTree>
    <p:extLst>
      <p:ext uri="{BB962C8B-B14F-4D97-AF65-F5344CB8AC3E}">
        <p14:creationId xmlns:p14="http://schemas.microsoft.com/office/powerpoint/2010/main" val="31182537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ver - 2/3 Image - 2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738745"/>
            <a:ext cx="9144000" cy="3404754"/>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0" y="1151649"/>
            <a:ext cx="7842155"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9" y="292608"/>
            <a:ext cx="6964880" cy="357566"/>
          </a:xfrm>
          <a:prstGeom prst="rect">
            <a:avLst/>
          </a:prstGeom>
        </p:spPr>
        <p:txBody>
          <a:bodyPr vert="horz" wrap="square" lIns="0" tIns="0" rIns="0" bIns="0" rtlCol="0" anchor="t" anchorCtr="0">
            <a:noAutofit/>
          </a:bodyPr>
          <a:lstStyle>
            <a:lvl1pPr>
              <a:defRPr>
                <a:solidFill>
                  <a:schemeClr val="tx1"/>
                </a:solidFill>
              </a:defRPr>
            </a:lvl1pPr>
          </a:lstStyle>
          <a:p>
            <a:r>
              <a:rPr lang="en-US" dirty="0"/>
              <a:t>2-line headline</a:t>
            </a:r>
          </a:p>
        </p:txBody>
      </p:sp>
      <p:sp>
        <p:nvSpPr>
          <p:cNvPr id="7" name="Text Placeholder 11">
            <a:extLst>
              <a:ext uri="{FF2B5EF4-FFF2-40B4-BE49-F238E27FC236}">
                <a16:creationId xmlns:a16="http://schemas.microsoft.com/office/drawing/2014/main" id="{4613BC77-3210-B9BA-C4F1-001EDD54AC39}"/>
              </a:ext>
            </a:extLst>
          </p:cNvPr>
          <p:cNvSpPr>
            <a:spLocks noGrp="1"/>
          </p:cNvSpPr>
          <p:nvPr>
            <p:ph type="body" sz="quarter" idx="12" hasCustomPrompt="1"/>
          </p:nvPr>
        </p:nvSpPr>
        <p:spPr>
          <a:xfrm>
            <a:off x="457200" y="1477371"/>
            <a:ext cx="4114800" cy="156523"/>
          </a:xfrm>
        </p:spPr>
        <p:txBody>
          <a:bodyPr anchor="b"/>
          <a:lstStyle>
            <a:lvl1pPr indent="0">
              <a:defRPr sz="1000" b="0">
                <a:solidFill>
                  <a:schemeClr val="tx1"/>
                </a:solidFill>
                <a:latin typeface="+mn-lt"/>
              </a:defRPr>
            </a:lvl1pPr>
            <a:lvl2pPr indent="0">
              <a:defRPr sz="1000">
                <a:solidFill>
                  <a:schemeClr val="tx1"/>
                </a:solidFill>
                <a:latin typeface="+mn-lt"/>
              </a:defRPr>
            </a:lvl2pPr>
            <a:lvl3pPr indent="0">
              <a:defRPr sz="1000">
                <a:solidFill>
                  <a:schemeClr val="tx1"/>
                </a:solidFill>
                <a:latin typeface="+mn-lt"/>
              </a:defRPr>
            </a:lvl3pPr>
            <a:lvl4pPr indent="0">
              <a:defRPr sz="1000">
                <a:solidFill>
                  <a:schemeClr val="tx1"/>
                </a:solidFill>
                <a:latin typeface="+mn-lt"/>
              </a:defRPr>
            </a:lvl4pPr>
            <a:lvl5pPr indent="0">
              <a:defRPr sz="1000">
                <a:solidFill>
                  <a:schemeClr val="tx1"/>
                </a:solidFill>
                <a:latin typeface="+mn-lt"/>
              </a:defRPr>
            </a:lvl5pPr>
          </a:lstStyle>
          <a:p>
            <a:pPr lvl="0"/>
            <a:r>
              <a:rPr lang="en-US" dirty="0"/>
              <a:t>MM.DD.YYYY  |  Presenter’s Name, Title (optional)</a:t>
            </a:r>
          </a:p>
        </p:txBody>
      </p:sp>
      <p:pic>
        <p:nvPicPr>
          <p:cNvPr id="13" name="Picture 12">
            <a:extLst>
              <a:ext uri="{FF2B5EF4-FFF2-40B4-BE49-F238E27FC236}">
                <a16:creationId xmlns:a16="http://schemas.microsoft.com/office/drawing/2014/main" id="{6B576425-608C-E83A-A1D2-25CD59EE303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3955" t="16604" r="12883" b="16939"/>
          <a:stretch/>
        </p:blipFill>
        <p:spPr>
          <a:xfrm>
            <a:off x="0" y="1725282"/>
            <a:ext cx="9144000" cy="3418217"/>
          </a:xfrm>
          <a:prstGeom prst="rect">
            <a:avLst/>
          </a:prstGeom>
        </p:spPr>
      </p:pic>
      <p:pic>
        <p:nvPicPr>
          <p:cNvPr id="3" name="Graphic 2">
            <a:extLst>
              <a:ext uri="{FF2B5EF4-FFF2-40B4-BE49-F238E27FC236}">
                <a16:creationId xmlns:a16="http://schemas.microsoft.com/office/drawing/2014/main" id="{3AF2498E-2511-30A1-BFD6-85BBBE6A603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57955" y="76241"/>
            <a:ext cx="1634490" cy="594360"/>
          </a:xfrm>
          <a:prstGeom prst="rect">
            <a:avLst/>
          </a:prstGeom>
        </p:spPr>
      </p:pic>
      <p:cxnSp>
        <p:nvCxnSpPr>
          <p:cNvPr id="4" name="Straight Connector 3">
            <a:extLst>
              <a:ext uri="{FF2B5EF4-FFF2-40B4-BE49-F238E27FC236}">
                <a16:creationId xmlns:a16="http://schemas.microsoft.com/office/drawing/2014/main" id="{B9C4E3FF-1378-00F4-22E4-0AD3EBF9CE41}"/>
              </a:ext>
            </a:extLst>
          </p:cNvPr>
          <p:cNvCxnSpPr>
            <a:cxnSpLocks/>
          </p:cNvCxnSpPr>
          <p:nvPr userDrawn="1"/>
        </p:nvCxnSpPr>
        <p:spPr>
          <a:xfrm>
            <a:off x="457199" y="1010962"/>
            <a:ext cx="6961798"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30273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over - Full Image - 2 Lin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840C4FC-AB0C-8242-61A1-4A0622145A8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3955" r="12883"/>
          <a:stretch/>
        </p:blipFill>
        <p:spPr>
          <a:xfrm>
            <a:off x="0" y="0"/>
            <a:ext cx="9144000" cy="5143500"/>
          </a:xfrm>
          <a:prstGeom prst="rect">
            <a:avLst/>
          </a:prstGeom>
        </p:spPr>
      </p:pic>
      <p:sp>
        <p:nvSpPr>
          <p:cNvPr id="9" name="Rectangle 8">
            <a:extLst>
              <a:ext uri="{FF2B5EF4-FFF2-40B4-BE49-F238E27FC236}">
                <a16:creationId xmlns:a16="http://schemas.microsoft.com/office/drawing/2014/main" id="{924AD74D-C251-3B01-72BD-200F342D41BA}"/>
              </a:ext>
            </a:extLst>
          </p:cNvPr>
          <p:cNvSpPr/>
          <p:nvPr userDrawn="1"/>
        </p:nvSpPr>
        <p:spPr>
          <a:xfrm>
            <a:off x="0" y="1"/>
            <a:ext cx="9144000" cy="3237078"/>
          </a:xfrm>
          <a:prstGeom prst="rect">
            <a:avLst/>
          </a:prstGeom>
          <a:gradFill>
            <a:gsLst>
              <a:gs pos="0">
                <a:schemeClr val="tx1">
                  <a:alpha val="72000"/>
                </a:schemeClr>
              </a:gs>
              <a:gs pos="100000">
                <a:schemeClr val="tx1">
                  <a:alpha val="0"/>
                </a:schemeClr>
              </a:gs>
            </a:gsLst>
            <a:lin ang="5400000" scaled="1"/>
          </a:gradFill>
        </p:spPr>
        <p:txBody>
          <a:bodyPr wrap="square" rtlCol="0" anchor="ctr" anchorCtr="0">
            <a:noAutofit/>
          </a:bodyPr>
          <a:lstStyle/>
          <a:p>
            <a:pPr algn="ctr"/>
            <a:endParaRPr lang="en-US" sz="1600" dirty="0" err="1">
              <a:solidFill>
                <a:schemeClr val="bg1"/>
              </a:solidFill>
            </a:endParaRP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1" y="1161535"/>
            <a:ext cx="6992576"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9" y="292608"/>
            <a:ext cx="7015656" cy="390503"/>
          </a:xfrm>
          <a:prstGeom prst="rect">
            <a:avLst/>
          </a:prstGeom>
        </p:spPr>
        <p:txBody>
          <a:bodyPr vert="horz" wrap="square" lIns="0" tIns="0" rIns="0" bIns="0" rtlCol="0" anchor="t" anchorCtr="0">
            <a:noAutofit/>
          </a:bodyPr>
          <a:lstStyle>
            <a:lvl1pPr>
              <a:defRPr>
                <a:solidFill>
                  <a:schemeClr val="bg1"/>
                </a:solidFill>
              </a:defRPr>
            </a:lvl1pPr>
          </a:lstStyle>
          <a:p>
            <a:r>
              <a:rPr lang="en-US" dirty="0"/>
              <a:t>2-line headline</a:t>
            </a:r>
          </a:p>
        </p:txBody>
      </p:sp>
      <p:sp>
        <p:nvSpPr>
          <p:cNvPr id="10" name="Text Placeholder 5">
            <a:extLst>
              <a:ext uri="{FF2B5EF4-FFF2-40B4-BE49-F238E27FC236}">
                <a16:creationId xmlns:a16="http://schemas.microsoft.com/office/drawing/2014/main" id="{BC2E9137-BA71-197B-767B-0BCAE8E89BC8}"/>
              </a:ext>
            </a:extLst>
          </p:cNvPr>
          <p:cNvSpPr>
            <a:spLocks noGrp="1"/>
          </p:cNvSpPr>
          <p:nvPr>
            <p:ph type="body" sz="quarter" idx="13" hasCustomPrompt="1"/>
          </p:nvPr>
        </p:nvSpPr>
        <p:spPr>
          <a:xfrm>
            <a:off x="460771" y="1504950"/>
            <a:ext cx="3115095" cy="349729"/>
          </a:xfrm>
          <a:prstGeom prst="rect">
            <a:avLst/>
          </a:prstGeom>
        </p:spPr>
        <p:txBody>
          <a:bodyPr lIns="0" tIns="0" rIns="0" bIns="0">
            <a:noAutofit/>
          </a:bodyPr>
          <a:lstStyle>
            <a:lvl1pPr>
              <a:defRPr sz="1000" b="0">
                <a:solidFill>
                  <a:schemeClr val="bg1"/>
                </a:solidFill>
                <a:latin typeface="Arial" panose="020B0604020202020204" pitchFamily="34" charset="0"/>
                <a:cs typeface="Arial" panose="020B0604020202020204" pitchFamily="34" charset="0"/>
              </a:defRPr>
            </a:lvl1pPr>
          </a:lstStyle>
          <a:p>
            <a:pPr lvl="0"/>
            <a:r>
              <a:rPr lang="en-US" dirty="0"/>
              <a:t>XX.XX.XXXX    |    Presenter Name, Title</a:t>
            </a:r>
          </a:p>
        </p:txBody>
      </p:sp>
      <p:pic>
        <p:nvPicPr>
          <p:cNvPr id="5" name="Graphic 4">
            <a:extLst>
              <a:ext uri="{FF2B5EF4-FFF2-40B4-BE49-F238E27FC236}">
                <a16:creationId xmlns:a16="http://schemas.microsoft.com/office/drawing/2014/main" id="{2A8B1D3A-BD32-58CA-FF27-AD1E93CC775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557955" y="76241"/>
            <a:ext cx="1634490" cy="594360"/>
          </a:xfrm>
          <a:prstGeom prst="rect">
            <a:avLst/>
          </a:prstGeom>
        </p:spPr>
      </p:pic>
      <p:cxnSp>
        <p:nvCxnSpPr>
          <p:cNvPr id="3" name="Straight Connector 2">
            <a:extLst>
              <a:ext uri="{FF2B5EF4-FFF2-40B4-BE49-F238E27FC236}">
                <a16:creationId xmlns:a16="http://schemas.microsoft.com/office/drawing/2014/main" id="{4CFA6DFF-3B6C-100A-F59E-ECC91068B573}"/>
              </a:ext>
            </a:extLst>
          </p:cNvPr>
          <p:cNvCxnSpPr>
            <a:cxnSpLocks/>
          </p:cNvCxnSpPr>
          <p:nvPr userDrawn="1"/>
        </p:nvCxnSpPr>
        <p:spPr>
          <a:xfrm>
            <a:off x="457199" y="1010962"/>
            <a:ext cx="6961798"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67232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Cover - 2/3 Bleed Image - 2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738745"/>
            <a:ext cx="9144000" cy="3404754"/>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0" y="1186248"/>
            <a:ext cx="7842155"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8" y="292608"/>
            <a:ext cx="6826471" cy="724106"/>
          </a:xfrm>
          <a:prstGeom prst="rect">
            <a:avLst/>
          </a:prstGeom>
        </p:spPr>
        <p:txBody>
          <a:bodyPr vert="horz" wrap="square" lIns="0" tIns="0" rIns="0" bIns="0" rtlCol="0" anchor="t" anchorCtr="0">
            <a:noAutofit/>
          </a:bodyPr>
          <a:lstStyle>
            <a:lvl1pPr>
              <a:defRPr>
                <a:solidFill>
                  <a:schemeClr val="tx1"/>
                </a:solidFill>
              </a:defRPr>
            </a:lvl1pPr>
          </a:lstStyle>
          <a:p>
            <a:r>
              <a:rPr lang="en-US" dirty="0"/>
              <a:t>2-line headline</a:t>
            </a:r>
          </a:p>
        </p:txBody>
      </p:sp>
      <p:sp>
        <p:nvSpPr>
          <p:cNvPr id="7" name="Text Placeholder 11">
            <a:extLst>
              <a:ext uri="{FF2B5EF4-FFF2-40B4-BE49-F238E27FC236}">
                <a16:creationId xmlns:a16="http://schemas.microsoft.com/office/drawing/2014/main" id="{4613BC77-3210-B9BA-C4F1-001EDD54AC39}"/>
              </a:ext>
            </a:extLst>
          </p:cNvPr>
          <p:cNvSpPr>
            <a:spLocks noGrp="1"/>
          </p:cNvSpPr>
          <p:nvPr>
            <p:ph type="body" sz="quarter" idx="12" hasCustomPrompt="1"/>
          </p:nvPr>
        </p:nvSpPr>
        <p:spPr>
          <a:xfrm>
            <a:off x="457200" y="1477371"/>
            <a:ext cx="4114800" cy="156523"/>
          </a:xfrm>
        </p:spPr>
        <p:txBody>
          <a:bodyPr anchor="b"/>
          <a:lstStyle>
            <a:lvl1pPr indent="0">
              <a:defRPr sz="1000" b="0">
                <a:solidFill>
                  <a:schemeClr val="tx1"/>
                </a:solidFill>
                <a:latin typeface="+mn-lt"/>
              </a:defRPr>
            </a:lvl1pPr>
            <a:lvl2pPr indent="0">
              <a:defRPr sz="1000">
                <a:solidFill>
                  <a:schemeClr val="tx1"/>
                </a:solidFill>
                <a:latin typeface="+mn-lt"/>
              </a:defRPr>
            </a:lvl2pPr>
            <a:lvl3pPr indent="0">
              <a:defRPr sz="1000">
                <a:solidFill>
                  <a:schemeClr val="tx1"/>
                </a:solidFill>
                <a:latin typeface="+mn-lt"/>
              </a:defRPr>
            </a:lvl3pPr>
            <a:lvl4pPr indent="0">
              <a:defRPr sz="1000">
                <a:solidFill>
                  <a:schemeClr val="tx1"/>
                </a:solidFill>
                <a:latin typeface="+mn-lt"/>
              </a:defRPr>
            </a:lvl4pPr>
            <a:lvl5pPr indent="0">
              <a:defRPr sz="1000">
                <a:solidFill>
                  <a:schemeClr val="tx1"/>
                </a:solidFill>
                <a:latin typeface="+mn-lt"/>
              </a:defRPr>
            </a:lvl5pPr>
          </a:lstStyle>
          <a:p>
            <a:pPr lvl="0"/>
            <a:r>
              <a:rPr lang="en-US" dirty="0"/>
              <a:t>MM.DD.YYYY  |  Presenter’s Name, Title (optional)</a:t>
            </a:r>
          </a:p>
        </p:txBody>
      </p:sp>
      <p:pic>
        <p:nvPicPr>
          <p:cNvPr id="9" name="Graphic 8">
            <a:extLst>
              <a:ext uri="{FF2B5EF4-FFF2-40B4-BE49-F238E27FC236}">
                <a16:creationId xmlns:a16="http://schemas.microsoft.com/office/drawing/2014/main" id="{59C0E3B7-E49C-7FB2-4CD4-9997373851E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557955" y="76241"/>
            <a:ext cx="1634490" cy="594360"/>
          </a:xfrm>
          <a:prstGeom prst="rect">
            <a:avLst/>
          </a:prstGeom>
        </p:spPr>
      </p:pic>
      <p:cxnSp>
        <p:nvCxnSpPr>
          <p:cNvPr id="3" name="Straight Connector 2">
            <a:extLst>
              <a:ext uri="{FF2B5EF4-FFF2-40B4-BE49-F238E27FC236}">
                <a16:creationId xmlns:a16="http://schemas.microsoft.com/office/drawing/2014/main" id="{936C39C7-D4B3-C298-2615-9215517F3B81}"/>
              </a:ext>
            </a:extLst>
          </p:cNvPr>
          <p:cNvCxnSpPr>
            <a:cxnSpLocks/>
          </p:cNvCxnSpPr>
          <p:nvPr userDrawn="1"/>
        </p:nvCxnSpPr>
        <p:spPr>
          <a:xfrm>
            <a:off x="457199" y="1010962"/>
            <a:ext cx="6961798"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16756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Cover - Full Bleed Image - 2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
            <a:ext cx="9144000" cy="5143499"/>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Text Placeholder 5">
            <a:extLst>
              <a:ext uri="{FF2B5EF4-FFF2-40B4-BE49-F238E27FC236}">
                <a16:creationId xmlns:a16="http://schemas.microsoft.com/office/drawing/2014/main" id="{8B49E139-ED80-4E3A-817B-42F21564837D}"/>
              </a:ext>
            </a:extLst>
          </p:cNvPr>
          <p:cNvSpPr>
            <a:spLocks noGrp="1"/>
          </p:cNvSpPr>
          <p:nvPr>
            <p:ph type="body" sz="quarter" idx="11"/>
          </p:nvPr>
        </p:nvSpPr>
        <p:spPr>
          <a:xfrm>
            <a:off x="460771" y="4012157"/>
            <a:ext cx="6992576" cy="254000"/>
          </a:xfrm>
          <a:prstGeom prst="rect">
            <a:avLst/>
          </a:prstGeom>
        </p:spPr>
        <p:txBody>
          <a:bodyPr lIns="0" tIns="0" rIns="0" bIns="0">
            <a:noAutofit/>
          </a:bodyPr>
          <a:lstStyle>
            <a:lvl1pPr>
              <a:defRPr sz="1600" b="0">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12" name="Text Placeholder 11">
            <a:extLst>
              <a:ext uri="{FF2B5EF4-FFF2-40B4-BE49-F238E27FC236}">
                <a16:creationId xmlns:a16="http://schemas.microsoft.com/office/drawing/2014/main" id="{04FDA2D4-B04F-4043-AA72-85D5593FAC83}"/>
              </a:ext>
            </a:extLst>
          </p:cNvPr>
          <p:cNvSpPr>
            <a:spLocks noGrp="1"/>
          </p:cNvSpPr>
          <p:nvPr>
            <p:ph type="body" sz="quarter" idx="12" hasCustomPrompt="1"/>
          </p:nvPr>
        </p:nvSpPr>
        <p:spPr>
          <a:xfrm>
            <a:off x="4572000" y="4374647"/>
            <a:ext cx="4114800" cy="431273"/>
          </a:xfrm>
        </p:spPr>
        <p:txBody>
          <a:bodyPr anchor="b"/>
          <a:lstStyle>
            <a:lvl1pPr indent="0" algn="r">
              <a:spcBef>
                <a:spcPts val="0"/>
              </a:spcBef>
              <a:spcAft>
                <a:spcPts val="0"/>
              </a:spcAft>
              <a:defRPr sz="1000" b="0">
                <a:solidFill>
                  <a:schemeClr val="bg1"/>
                </a:solidFill>
                <a:latin typeface="+mn-lt"/>
              </a:defRPr>
            </a:lvl1pPr>
            <a:lvl2pPr indent="0">
              <a:defRPr sz="1000">
                <a:solidFill>
                  <a:schemeClr val="tx1"/>
                </a:solidFill>
                <a:latin typeface="+mn-lt"/>
              </a:defRPr>
            </a:lvl2pPr>
            <a:lvl3pPr indent="0">
              <a:defRPr sz="1000">
                <a:solidFill>
                  <a:schemeClr val="tx1"/>
                </a:solidFill>
                <a:latin typeface="+mn-lt"/>
              </a:defRPr>
            </a:lvl3pPr>
            <a:lvl4pPr indent="0">
              <a:defRPr sz="1000">
                <a:solidFill>
                  <a:schemeClr val="tx1"/>
                </a:solidFill>
                <a:latin typeface="+mn-lt"/>
              </a:defRPr>
            </a:lvl4pPr>
            <a:lvl5pPr indent="0">
              <a:defRPr sz="1000">
                <a:solidFill>
                  <a:schemeClr val="tx1"/>
                </a:solidFill>
                <a:latin typeface="+mn-lt"/>
              </a:defRPr>
            </a:lvl5pPr>
          </a:lstStyle>
          <a:p>
            <a:pPr algn="r"/>
            <a:r>
              <a:rPr lang="en-US" sz="1000" b="0" dirty="0">
                <a:solidFill>
                  <a:schemeClr val="bg1"/>
                </a:solidFill>
                <a:latin typeface="Arial" panose="020B0604020202020204" pitchFamily="34" charset="0"/>
              </a:rPr>
              <a:t>XX.XX.XXXX</a:t>
            </a:r>
            <a:br>
              <a:rPr lang="en-US" sz="1000" b="0" dirty="0">
                <a:solidFill>
                  <a:schemeClr val="bg1"/>
                </a:solidFill>
                <a:latin typeface="Arial" panose="020B0604020202020204" pitchFamily="34" charset="0"/>
              </a:rPr>
            </a:br>
            <a:r>
              <a:rPr lang="en-US" sz="1000" b="0" dirty="0">
                <a:solidFill>
                  <a:schemeClr val="bg1"/>
                </a:solidFill>
                <a:latin typeface="Arial" panose="020B0604020202020204" pitchFamily="34" charset="0"/>
              </a:rPr>
              <a:t>Presenter Name, Title</a:t>
            </a:r>
          </a:p>
        </p:txBody>
      </p:sp>
      <p:sp>
        <p:nvSpPr>
          <p:cNvPr id="2" name="Title Placeholder 1">
            <a:extLst>
              <a:ext uri="{FF2B5EF4-FFF2-40B4-BE49-F238E27FC236}">
                <a16:creationId xmlns:a16="http://schemas.microsoft.com/office/drawing/2014/main" id="{79CB2938-7BA3-4BD8-79D0-37B4C0BE2ABE}"/>
              </a:ext>
            </a:extLst>
          </p:cNvPr>
          <p:cNvSpPr>
            <a:spLocks noGrp="1"/>
          </p:cNvSpPr>
          <p:nvPr>
            <p:ph type="title" hasCustomPrompt="1"/>
          </p:nvPr>
        </p:nvSpPr>
        <p:spPr>
          <a:xfrm>
            <a:off x="457199" y="3504323"/>
            <a:ext cx="6988630" cy="424699"/>
          </a:xfrm>
          <a:prstGeom prst="rect">
            <a:avLst/>
          </a:prstGeom>
        </p:spPr>
        <p:txBody>
          <a:bodyPr vert="horz" wrap="square" lIns="0" tIns="0" rIns="0" bIns="0" rtlCol="0" anchor="t" anchorCtr="0">
            <a:noAutofit/>
          </a:bodyPr>
          <a:lstStyle>
            <a:lvl1pPr>
              <a:defRPr>
                <a:solidFill>
                  <a:schemeClr val="bg1"/>
                </a:solidFill>
              </a:defRPr>
            </a:lvl1pPr>
          </a:lstStyle>
          <a:p>
            <a:r>
              <a:rPr lang="en-US" dirty="0"/>
              <a:t>2-line headline</a:t>
            </a:r>
          </a:p>
        </p:txBody>
      </p:sp>
    </p:spTree>
    <p:extLst>
      <p:ext uri="{BB962C8B-B14F-4D97-AF65-F5344CB8AC3E}">
        <p14:creationId xmlns:p14="http://schemas.microsoft.com/office/powerpoint/2010/main" val="11848507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Line Titl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1" y="292609"/>
            <a:ext cx="7736065" cy="713231"/>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CEE74680-223A-451C-9541-D747E71E2AF1}"/>
              </a:ext>
            </a:extLst>
          </p:cNvPr>
          <p:cNvSpPr>
            <a:spLocks noGrp="1"/>
          </p:cNvSpPr>
          <p:nvPr>
            <p:ph sz="quarter" idx="10"/>
          </p:nvPr>
        </p:nvSpPr>
        <p:spPr>
          <a:xfrm>
            <a:off x="457200" y="1261872"/>
            <a:ext cx="8229600" cy="3355848"/>
          </a:xfrm>
          <a:prstGeom prst="rect">
            <a:avLst/>
          </a:prstGeom>
        </p:spPr>
        <p:txBody>
          <a:bodyPr>
            <a:noAutofit/>
          </a:bodyPr>
          <a:lstStyle>
            <a:lvl1pPr>
              <a:defRPr sz="2000">
                <a:latin typeface="Arial" panose="020B0604020202020204" pitchFamily="34" charset="0"/>
                <a:cs typeface="Arial" panose="020B0604020202020204" pitchFamily="34" charset="0"/>
              </a:defRPr>
            </a:lvl1pPr>
            <a:lvl2pPr marL="190500" indent="-190500">
              <a:buSzPct val="100000"/>
              <a:tabLst/>
              <a:defRPr/>
            </a:lvl2pPr>
            <a:lvl3pPr marL="519113" indent="-176213">
              <a:buSzPct val="100000"/>
              <a:tabLst/>
              <a:defRPr/>
            </a:lvl3pPr>
            <a:lvl4pPr marL="1003300" indent="-152400">
              <a:buSzPct val="100000"/>
              <a:tabLst/>
              <a:defRPr/>
            </a:lvl4pPr>
            <a:lvl5pPr marL="1295400" indent="-152400">
              <a:buSzPct val="100000"/>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4571487"/>
      </p:ext>
    </p:extLst>
  </p:cSld>
  <p:clrMapOvr>
    <a:masterClrMapping/>
  </p:clrMapOvr>
  <p:extLst>
    <p:ext uri="{DCECCB84-F9BA-43D5-87BE-67443E8EF086}">
      <p15:sldGuideLst xmlns:p15="http://schemas.microsoft.com/office/powerpoint/2012/main">
        <p15:guide id="1" orient="horz" pos="348">
          <p15:clr>
            <a:srgbClr val="FBAE40"/>
          </p15:clr>
        </p15:guide>
        <p15:guide id="2" pos="5472">
          <p15:clr>
            <a:srgbClr val="FBAE40"/>
          </p15:clr>
        </p15:guide>
        <p15:guide id="3" pos="28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Line Title w/Dot Patter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1" y="292609"/>
            <a:ext cx="7736065" cy="713231"/>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3" name="Content Placeholder 2">
            <a:extLst>
              <a:ext uri="{FF2B5EF4-FFF2-40B4-BE49-F238E27FC236}">
                <a16:creationId xmlns:a16="http://schemas.microsoft.com/office/drawing/2014/main" id="{CEE74680-223A-451C-9541-D747E71E2AF1}"/>
              </a:ext>
            </a:extLst>
          </p:cNvPr>
          <p:cNvSpPr>
            <a:spLocks noGrp="1"/>
          </p:cNvSpPr>
          <p:nvPr>
            <p:ph sz="quarter" idx="10"/>
          </p:nvPr>
        </p:nvSpPr>
        <p:spPr>
          <a:xfrm>
            <a:off x="457200" y="1261872"/>
            <a:ext cx="8229600" cy="3094990"/>
          </a:xfrm>
          <a:prstGeom prst="rect">
            <a:avLst/>
          </a:prstGeom>
        </p:spPr>
        <p:txBody>
          <a:bodyPr>
            <a:noAutofit/>
          </a:bodyPr>
          <a:lstStyle>
            <a:lvl1pPr>
              <a:defRPr sz="2000">
                <a:latin typeface="Arial" panose="020B0604020202020204" pitchFamily="34" charset="0"/>
                <a:cs typeface="Arial" panose="020B0604020202020204" pitchFamily="34" charset="0"/>
              </a:defRPr>
            </a:lvl1pPr>
            <a:lvl2pPr marL="190500" indent="-190500">
              <a:buSzPct val="100000"/>
              <a:tabLst/>
              <a:defRPr/>
            </a:lvl2pPr>
            <a:lvl3pPr marL="519113" indent="-176213">
              <a:buSzPct val="100000"/>
              <a:tabLst/>
              <a:defRPr/>
            </a:lvl3pPr>
            <a:lvl4pPr marL="1003300" indent="-152400">
              <a:buSzPct val="100000"/>
              <a:tabLst/>
              <a:defRPr/>
            </a:lvl4pPr>
            <a:lvl5pPr marL="1295400" indent="-152400">
              <a:buSzPct val="100000"/>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 name="Group 1">
            <a:extLst>
              <a:ext uri="{FF2B5EF4-FFF2-40B4-BE49-F238E27FC236}">
                <a16:creationId xmlns:a16="http://schemas.microsoft.com/office/drawing/2014/main" id="{1F388551-B33A-9777-8C20-707F289DF407}"/>
              </a:ext>
            </a:extLst>
          </p:cNvPr>
          <p:cNvGrpSpPr/>
          <p:nvPr userDrawn="1"/>
        </p:nvGrpSpPr>
        <p:grpSpPr>
          <a:xfrm>
            <a:off x="0" y="4400550"/>
            <a:ext cx="9144000" cy="742950"/>
            <a:chOff x="0" y="4400550"/>
            <a:chExt cx="9144000" cy="742950"/>
          </a:xfrm>
        </p:grpSpPr>
        <p:pic>
          <p:nvPicPr>
            <p:cNvPr id="4" name="Picture 3">
              <a:extLst>
                <a:ext uri="{FF2B5EF4-FFF2-40B4-BE49-F238E27FC236}">
                  <a16:creationId xmlns:a16="http://schemas.microsoft.com/office/drawing/2014/main" id="{C9018B1F-3F8A-9536-3BAF-7935AFE3F46B}"/>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rcRect l="29235" t="61573" r="399" b="31058"/>
            <a:stretch/>
          </p:blipFill>
          <p:spPr>
            <a:xfrm flipH="1">
              <a:off x="0" y="4548249"/>
              <a:ext cx="9144000" cy="538563"/>
            </a:xfrm>
            <a:prstGeom prst="rect">
              <a:avLst/>
            </a:prstGeom>
          </p:spPr>
        </p:pic>
        <p:sp>
          <p:nvSpPr>
            <p:cNvPr id="6" name="Rectangle 5">
              <a:extLst>
                <a:ext uri="{FF2B5EF4-FFF2-40B4-BE49-F238E27FC236}">
                  <a16:creationId xmlns:a16="http://schemas.microsoft.com/office/drawing/2014/main" id="{E39C28AE-A793-58E5-6E81-3F618D88A909}"/>
                </a:ext>
              </a:extLst>
            </p:cNvPr>
            <p:cNvSpPr/>
            <p:nvPr userDrawn="1"/>
          </p:nvSpPr>
          <p:spPr>
            <a:xfrm>
              <a:off x="0" y="4400550"/>
              <a:ext cx="5250656" cy="742950"/>
            </a:xfrm>
            <a:prstGeom prst="rect">
              <a:avLst/>
            </a:prstGeom>
            <a:gradFill>
              <a:gsLst>
                <a:gs pos="0">
                  <a:schemeClr val="bg1">
                    <a:alpha val="0"/>
                  </a:schemeClr>
                </a:gs>
                <a:gs pos="100000">
                  <a:schemeClr val="bg1"/>
                </a:gs>
              </a:gsLst>
              <a:lin ang="10800000" scaled="1"/>
            </a:gradFill>
            <a:ln>
              <a:noFill/>
            </a:ln>
          </p:spPr>
          <p:txBody>
            <a:bodyPr wrap="square" rtlCol="0" anchor="ctr" anchorCtr="0">
              <a:noAutofit/>
            </a:bodyPr>
            <a:lstStyle/>
            <a:p>
              <a:pPr algn="ctr"/>
              <a:endParaRPr lang="en-US" sz="1600" dirty="0" err="1">
                <a:solidFill>
                  <a:schemeClr val="bg1"/>
                </a:solidFill>
              </a:endParaRPr>
            </a:p>
          </p:txBody>
        </p:sp>
      </p:grpSp>
      <p:sp>
        <p:nvSpPr>
          <p:cNvPr id="9" name="Slide Number Placeholder 5">
            <a:extLst>
              <a:ext uri="{FF2B5EF4-FFF2-40B4-BE49-F238E27FC236}">
                <a16:creationId xmlns:a16="http://schemas.microsoft.com/office/drawing/2014/main" id="{23CE4ED0-5876-AA8B-A834-DA5A8FCACED4}"/>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Tree>
    <p:extLst>
      <p:ext uri="{BB962C8B-B14F-4D97-AF65-F5344CB8AC3E}">
        <p14:creationId xmlns:p14="http://schemas.microsoft.com/office/powerpoint/2010/main" val="1858361465"/>
      </p:ext>
    </p:extLst>
  </p:cSld>
  <p:clrMapOvr>
    <a:masterClrMapping/>
  </p:clrMapOvr>
  <p:extLst>
    <p:ext uri="{DCECCB84-F9BA-43D5-87BE-67443E8EF086}">
      <p15:sldGuideLst xmlns:p15="http://schemas.microsoft.com/office/powerpoint/2012/main">
        <p15:guide id="1" orient="horz" pos="348" userDrawn="1">
          <p15:clr>
            <a:srgbClr val="FBAE40"/>
          </p15:clr>
        </p15:guide>
        <p15:guide id="2" pos="5472" userDrawn="1">
          <p15:clr>
            <a:srgbClr val="FBAE40"/>
          </p15:clr>
        </p15:guide>
        <p15:guide id="3" pos="28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Line Title w/Plus Pattern">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FF583A7-C2C3-E678-0D9D-B35F191CEFBD}"/>
              </a:ext>
            </a:extLst>
          </p:cNvPr>
          <p:cNvGrpSpPr/>
          <p:nvPr userDrawn="1"/>
        </p:nvGrpSpPr>
        <p:grpSpPr>
          <a:xfrm>
            <a:off x="-1" y="4400550"/>
            <a:ext cx="9144000" cy="742950"/>
            <a:chOff x="-1" y="4400550"/>
            <a:chExt cx="9144000" cy="742950"/>
          </a:xfrm>
        </p:grpSpPr>
        <p:pic>
          <p:nvPicPr>
            <p:cNvPr id="4" name="Picture 3">
              <a:extLst>
                <a:ext uri="{FF2B5EF4-FFF2-40B4-BE49-F238E27FC236}">
                  <a16:creationId xmlns:a16="http://schemas.microsoft.com/office/drawing/2014/main" id="{475D8BFF-D3BD-F7F7-3A58-A6289BA610EE}"/>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rcRect l="896" t="53738" r="576" b="33396"/>
            <a:stretch/>
          </p:blipFill>
          <p:spPr>
            <a:xfrm flipH="1">
              <a:off x="-1" y="4471852"/>
              <a:ext cx="9144000" cy="671648"/>
            </a:xfrm>
            <a:prstGeom prst="rect">
              <a:avLst/>
            </a:prstGeom>
          </p:spPr>
        </p:pic>
        <p:sp>
          <p:nvSpPr>
            <p:cNvPr id="6" name="Rectangle 5">
              <a:extLst>
                <a:ext uri="{FF2B5EF4-FFF2-40B4-BE49-F238E27FC236}">
                  <a16:creationId xmlns:a16="http://schemas.microsoft.com/office/drawing/2014/main" id="{9D145293-D650-535E-C9A9-1DDC3753A991}"/>
                </a:ext>
              </a:extLst>
            </p:cNvPr>
            <p:cNvSpPr/>
            <p:nvPr userDrawn="1"/>
          </p:nvSpPr>
          <p:spPr>
            <a:xfrm>
              <a:off x="0" y="4400550"/>
              <a:ext cx="5250656" cy="742950"/>
            </a:xfrm>
            <a:prstGeom prst="rect">
              <a:avLst/>
            </a:prstGeom>
            <a:gradFill>
              <a:gsLst>
                <a:gs pos="0">
                  <a:schemeClr val="bg1">
                    <a:alpha val="0"/>
                  </a:schemeClr>
                </a:gs>
                <a:gs pos="100000">
                  <a:schemeClr val="bg1"/>
                </a:gs>
              </a:gsLst>
              <a:lin ang="10800000" scaled="1"/>
            </a:gradFill>
            <a:ln>
              <a:noFill/>
            </a:ln>
          </p:spPr>
          <p:txBody>
            <a:bodyPr wrap="square" rtlCol="0" anchor="ctr" anchorCtr="0">
              <a:noAutofit/>
            </a:bodyPr>
            <a:lstStyle/>
            <a:p>
              <a:pPr algn="ctr"/>
              <a:endParaRPr lang="en-US" sz="1600" dirty="0" err="1">
                <a:solidFill>
                  <a:schemeClr val="bg1"/>
                </a:solidFill>
              </a:endParaRPr>
            </a:p>
          </p:txBody>
        </p:sp>
      </p:grpSp>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1" y="292609"/>
            <a:ext cx="7736065" cy="713231"/>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CEE74680-223A-451C-9541-D747E71E2AF1}"/>
              </a:ext>
            </a:extLst>
          </p:cNvPr>
          <p:cNvSpPr>
            <a:spLocks noGrp="1"/>
          </p:cNvSpPr>
          <p:nvPr>
            <p:ph sz="quarter" idx="10"/>
          </p:nvPr>
        </p:nvSpPr>
        <p:spPr>
          <a:xfrm>
            <a:off x="457200" y="1261872"/>
            <a:ext cx="8229600" cy="3094990"/>
          </a:xfrm>
          <a:prstGeom prst="rect">
            <a:avLst/>
          </a:prstGeom>
        </p:spPr>
        <p:txBody>
          <a:bodyPr>
            <a:noAutofit/>
          </a:bodyPr>
          <a:lstStyle>
            <a:lvl1pPr>
              <a:defRPr sz="2000">
                <a:latin typeface="Arial" panose="020B0604020202020204" pitchFamily="34" charset="0"/>
                <a:cs typeface="Arial" panose="020B0604020202020204" pitchFamily="34" charset="0"/>
              </a:defRPr>
            </a:lvl1pPr>
            <a:lvl2pPr marL="190500" indent="-190500">
              <a:buSzPct val="100000"/>
              <a:tabLst/>
              <a:defRPr/>
            </a:lvl2pPr>
            <a:lvl3pPr marL="519113" indent="-176213">
              <a:buSzPct val="100000"/>
              <a:tabLst/>
              <a:defRPr/>
            </a:lvl3pPr>
            <a:lvl4pPr marL="1003300" indent="-152400">
              <a:buSzPct val="100000"/>
              <a:tabLst/>
              <a:defRPr/>
            </a:lvl4pPr>
            <a:lvl5pPr marL="1295400" indent="-152400">
              <a:buSzPct val="100000"/>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82437942"/>
      </p:ext>
    </p:extLst>
  </p:cSld>
  <p:clrMapOvr>
    <a:masterClrMapping/>
  </p:clrMapOvr>
  <p:extLst>
    <p:ext uri="{DCECCB84-F9BA-43D5-87BE-67443E8EF086}">
      <p15:sldGuideLst xmlns:p15="http://schemas.microsoft.com/office/powerpoint/2012/main">
        <p15:guide id="1" orient="horz" pos="348">
          <p15:clr>
            <a:srgbClr val="FBAE40"/>
          </p15:clr>
        </p15:guide>
        <p15:guide id="2" pos="5472">
          <p15:clr>
            <a:srgbClr val="FBAE40"/>
          </p15:clr>
        </p15:guide>
        <p15:guide id="3" pos="28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Line Title w/Slash Pattern">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4098218-A68B-9979-AAB4-512D8A8842DB}"/>
              </a:ext>
            </a:extLst>
          </p:cNvPr>
          <p:cNvGrpSpPr/>
          <p:nvPr userDrawn="1"/>
        </p:nvGrpSpPr>
        <p:grpSpPr>
          <a:xfrm>
            <a:off x="0" y="4307681"/>
            <a:ext cx="9144000" cy="835819"/>
            <a:chOff x="0" y="4307681"/>
            <a:chExt cx="9144000" cy="835819"/>
          </a:xfrm>
        </p:grpSpPr>
        <p:pic>
          <p:nvPicPr>
            <p:cNvPr id="6" name="Picture 5">
              <a:extLst>
                <a:ext uri="{FF2B5EF4-FFF2-40B4-BE49-F238E27FC236}">
                  <a16:creationId xmlns:a16="http://schemas.microsoft.com/office/drawing/2014/main" id="{DE2385EF-A8FA-B750-3092-CFE5FB213C13}"/>
                </a:ext>
              </a:extLst>
            </p:cNvPr>
            <p:cNvPicPr>
              <a:picLocks noChangeAspect="1"/>
            </p:cNvPicPr>
            <p:nvPr userDrawn="1"/>
          </p:nvPicPr>
          <p:blipFill>
            <a:blip r:embed="rId2" cstate="print">
              <a:alphaModFix amt="20000"/>
              <a:extLst>
                <a:ext uri="{28A0092B-C50C-407E-A947-70E740481C1C}">
                  <a14:useLocalDpi xmlns:a14="http://schemas.microsoft.com/office/drawing/2010/main" val="0"/>
                </a:ext>
              </a:extLst>
            </a:blip>
            <a:srcRect t="42635" b="42635"/>
            <a:stretch/>
          </p:blipFill>
          <p:spPr>
            <a:xfrm rot="10800000">
              <a:off x="0" y="4385883"/>
              <a:ext cx="9144000" cy="757617"/>
            </a:xfrm>
            <a:prstGeom prst="rect">
              <a:avLst/>
            </a:prstGeom>
          </p:spPr>
        </p:pic>
        <p:sp>
          <p:nvSpPr>
            <p:cNvPr id="8" name="Rectangle 7">
              <a:extLst>
                <a:ext uri="{FF2B5EF4-FFF2-40B4-BE49-F238E27FC236}">
                  <a16:creationId xmlns:a16="http://schemas.microsoft.com/office/drawing/2014/main" id="{5ECC7129-00AF-6F83-3806-C770011A8FAD}"/>
                </a:ext>
              </a:extLst>
            </p:cNvPr>
            <p:cNvSpPr/>
            <p:nvPr userDrawn="1"/>
          </p:nvSpPr>
          <p:spPr>
            <a:xfrm>
              <a:off x="0" y="4307681"/>
              <a:ext cx="5250656" cy="835819"/>
            </a:xfrm>
            <a:prstGeom prst="rect">
              <a:avLst/>
            </a:prstGeom>
            <a:gradFill>
              <a:gsLst>
                <a:gs pos="0">
                  <a:schemeClr val="bg1">
                    <a:alpha val="0"/>
                  </a:schemeClr>
                </a:gs>
                <a:gs pos="100000">
                  <a:schemeClr val="bg1"/>
                </a:gs>
              </a:gsLst>
              <a:lin ang="10800000" scaled="1"/>
            </a:gradFill>
            <a:ln>
              <a:noFill/>
            </a:ln>
          </p:spPr>
          <p:txBody>
            <a:bodyPr wrap="square" rtlCol="0" anchor="ctr" anchorCtr="0">
              <a:noAutofit/>
            </a:bodyPr>
            <a:lstStyle/>
            <a:p>
              <a:pPr algn="ctr"/>
              <a:endParaRPr lang="en-US" sz="1600" dirty="0" err="1">
                <a:solidFill>
                  <a:schemeClr val="bg1"/>
                </a:solidFill>
              </a:endParaRPr>
            </a:p>
          </p:txBody>
        </p:sp>
      </p:grpSp>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1" y="292609"/>
            <a:ext cx="7736065" cy="719327"/>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CEE74680-223A-451C-9541-D747E71E2AF1}"/>
              </a:ext>
            </a:extLst>
          </p:cNvPr>
          <p:cNvSpPr>
            <a:spLocks noGrp="1"/>
          </p:cNvSpPr>
          <p:nvPr>
            <p:ph sz="quarter" idx="10"/>
          </p:nvPr>
        </p:nvSpPr>
        <p:spPr>
          <a:xfrm>
            <a:off x="457200" y="1261872"/>
            <a:ext cx="8229600" cy="3094990"/>
          </a:xfrm>
          <a:prstGeom prst="rect">
            <a:avLst/>
          </a:prstGeom>
        </p:spPr>
        <p:txBody>
          <a:bodyPr>
            <a:noAutofit/>
          </a:bodyPr>
          <a:lstStyle>
            <a:lvl1pPr>
              <a:defRPr sz="2000">
                <a:latin typeface="Arial" panose="020B0604020202020204" pitchFamily="34" charset="0"/>
                <a:cs typeface="Arial" panose="020B0604020202020204" pitchFamily="34" charset="0"/>
              </a:defRPr>
            </a:lvl1pPr>
            <a:lvl2pPr marL="187325" indent="-187325">
              <a:buSzPct val="100000"/>
              <a:tabLst/>
              <a:defRPr/>
            </a:lvl2pPr>
            <a:lvl3pPr marL="519113" indent="-176213">
              <a:buSzPct val="100000"/>
              <a:tabLst/>
              <a:defRPr/>
            </a:lvl3pPr>
            <a:lvl4pPr marL="1003300" indent="-152400">
              <a:buSzPct val="100000"/>
              <a:tabLst/>
              <a:defRPr/>
            </a:lvl4pPr>
            <a:lvl5pPr marL="1295400" indent="-152400">
              <a:buSzPct val="100000"/>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7605520"/>
      </p:ext>
    </p:extLst>
  </p:cSld>
  <p:clrMapOvr>
    <a:masterClrMapping/>
  </p:clrMapOvr>
  <p:extLst>
    <p:ext uri="{DCECCB84-F9BA-43D5-87BE-67443E8EF086}">
      <p15:sldGuideLst xmlns:p15="http://schemas.microsoft.com/office/powerpoint/2012/main">
        <p15:guide id="1" orient="horz" pos="348">
          <p15:clr>
            <a:srgbClr val="FBAE40"/>
          </p15:clr>
        </p15:guide>
        <p15:guide id="2" pos="5472">
          <p15:clr>
            <a:srgbClr val="FBAE40"/>
          </p15:clr>
        </p15:guide>
        <p15:guide id="3" pos="28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asic - 2 lin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32105A18-249A-44A0-90B2-EDCEF78DC8F4}"/>
              </a:ext>
            </a:extLst>
          </p:cNvPr>
          <p:cNvSpPr>
            <a:spLocks noGrp="1"/>
          </p:cNvSpPr>
          <p:nvPr>
            <p:ph sz="quarter" idx="10"/>
          </p:nvPr>
        </p:nvSpPr>
        <p:spPr>
          <a:xfrm>
            <a:off x="457200" y="1335024"/>
            <a:ext cx="8229600" cy="3311245"/>
          </a:xfrm>
        </p:spPr>
        <p:txBody>
          <a:bodyPr>
            <a:noAutofit/>
          </a:bodyPr>
          <a:lstStyle>
            <a:lvl1pPr>
              <a:defRPr sz="1400">
                <a:solidFill>
                  <a:schemeClr val="tx1"/>
                </a:solidFill>
                <a:latin typeface="+mn-lt"/>
              </a:defRPr>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5C9137C0-3C74-51E1-B294-BE185019EDCE}"/>
              </a:ext>
            </a:extLst>
          </p:cNvPr>
          <p:cNvSpPr>
            <a:spLocks noGrp="1"/>
          </p:cNvSpPr>
          <p:nvPr>
            <p:ph type="title" hasCustomPrompt="1"/>
          </p:nvPr>
        </p:nvSpPr>
        <p:spPr>
          <a:xfrm>
            <a:off x="457201" y="292609"/>
            <a:ext cx="7736065" cy="719328"/>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Tree>
    <p:extLst>
      <p:ext uri="{BB962C8B-B14F-4D97-AF65-F5344CB8AC3E}">
        <p14:creationId xmlns:p14="http://schemas.microsoft.com/office/powerpoint/2010/main" val="41238507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asic Title - 2 Llin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730011" cy="724050"/>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32105A18-249A-44A0-90B2-EDCEF78DC8F4}"/>
              </a:ext>
            </a:extLst>
          </p:cNvPr>
          <p:cNvSpPr>
            <a:spLocks noGrp="1"/>
          </p:cNvSpPr>
          <p:nvPr>
            <p:ph sz="quarter" idx="10"/>
          </p:nvPr>
        </p:nvSpPr>
        <p:spPr>
          <a:xfrm>
            <a:off x="457200" y="1335024"/>
            <a:ext cx="8229600" cy="3355848"/>
          </a:xfrm>
          <a:prstGeom prst="rect">
            <a:avLst/>
          </a:prstGeom>
        </p:spPr>
        <p:txBody>
          <a:bodyPr>
            <a:noAutofit/>
          </a:bodyPr>
          <a:lstStyle>
            <a:lvl1pPr>
              <a:defRPr sz="1400">
                <a:solidFill>
                  <a:schemeClr val="tx1"/>
                </a:solidFill>
                <a:latin typeface="+mn-lt"/>
              </a:defRPr>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34285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able of Contents - 2 Lin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2" name="Content Placeholder 2">
            <a:extLst>
              <a:ext uri="{FF2B5EF4-FFF2-40B4-BE49-F238E27FC236}">
                <a16:creationId xmlns:a16="http://schemas.microsoft.com/office/drawing/2014/main" id="{71483993-8C30-7E74-29A9-7BC8AEA29D61}"/>
              </a:ext>
            </a:extLst>
          </p:cNvPr>
          <p:cNvSpPr>
            <a:spLocks noGrp="1"/>
          </p:cNvSpPr>
          <p:nvPr>
            <p:ph sz="quarter" idx="11"/>
          </p:nvPr>
        </p:nvSpPr>
        <p:spPr>
          <a:xfrm>
            <a:off x="457200" y="1261872"/>
            <a:ext cx="8229600" cy="3357562"/>
          </a:xfrm>
          <a:prstGeom prst="rect">
            <a:avLst/>
          </a:prstGeom>
        </p:spPr>
        <p:txBody>
          <a:bodyPr>
            <a:noAutofit/>
          </a:bodyPr>
          <a:lstStyle>
            <a:lvl1pPr>
              <a:defRPr sz="2000">
                <a:latin typeface="Arial" panose="020B0604020202020204" pitchFamily="34" charset="0"/>
                <a:cs typeface="Arial" panose="020B0604020202020204"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0FCF7E42-3381-75F3-2AE5-376D28BFC4A8}"/>
              </a:ext>
            </a:extLst>
          </p:cNvPr>
          <p:cNvSpPr>
            <a:spLocks noGrp="1"/>
          </p:cNvSpPr>
          <p:nvPr>
            <p:ph type="title" hasCustomPrompt="1"/>
          </p:nvPr>
        </p:nvSpPr>
        <p:spPr>
          <a:xfrm>
            <a:off x="457201" y="292609"/>
            <a:ext cx="7736065" cy="719328"/>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Tree>
    <p:extLst>
      <p:ext uri="{BB962C8B-B14F-4D97-AF65-F5344CB8AC3E}">
        <p14:creationId xmlns:p14="http://schemas.microsoft.com/office/powerpoint/2010/main" val="191734071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CV - 2 Lin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723955" cy="725424"/>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CEE74680-223A-451C-9541-D747E71E2AF1}"/>
              </a:ext>
            </a:extLst>
          </p:cNvPr>
          <p:cNvSpPr>
            <a:spLocks noGrp="1"/>
          </p:cNvSpPr>
          <p:nvPr>
            <p:ph sz="quarter" idx="10"/>
          </p:nvPr>
        </p:nvSpPr>
        <p:spPr>
          <a:xfrm>
            <a:off x="457200" y="1261872"/>
            <a:ext cx="8229600" cy="3357562"/>
          </a:xfrm>
          <a:prstGeom prst="rect">
            <a:avLst/>
          </a:prstGeom>
        </p:spPr>
        <p:txBody>
          <a:bodyPr>
            <a:noAutofit/>
          </a:bodyPr>
          <a:lstStyle>
            <a:lvl1pPr>
              <a:defRPr sz="2000">
                <a:latin typeface="Arial" panose="020B0604020202020204" pitchFamily="34" charset="0"/>
                <a:cs typeface="Arial" panose="020B0604020202020204"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BCC2910F-F578-1040-BCDE-B1E799060916}"/>
              </a:ext>
            </a:extLst>
          </p:cNvPr>
          <p:cNvCxnSpPr>
            <a:cxnSpLocks/>
          </p:cNvCxnSpPr>
          <p:nvPr userDrawn="1"/>
        </p:nvCxnSpPr>
        <p:spPr>
          <a:xfrm>
            <a:off x="0" y="4860925"/>
            <a:ext cx="9144000" cy="0"/>
          </a:xfrm>
          <a:prstGeom prst="line">
            <a:avLst/>
          </a:prstGeom>
          <a:ln w="63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ECE0CC9-923E-1849-9BEE-D2FBFB74637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16150" y="4945899"/>
            <a:ext cx="4511675" cy="239710"/>
          </a:xfrm>
          <a:prstGeom prst="rect">
            <a:avLst/>
          </a:prstGeom>
        </p:spPr>
      </p:pic>
    </p:spTree>
    <p:extLst>
      <p:ext uri="{BB962C8B-B14F-4D97-AF65-F5344CB8AC3E}">
        <p14:creationId xmlns:p14="http://schemas.microsoft.com/office/powerpoint/2010/main" val="4413310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 CV - 2 Lin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8"/>
            <a:ext cx="7693677" cy="728364"/>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6414CB77-5474-46A4-AA4C-09773CDF4E4D}"/>
              </a:ext>
            </a:extLst>
          </p:cNvPr>
          <p:cNvSpPr>
            <a:spLocks noGrp="1"/>
          </p:cNvSpPr>
          <p:nvPr>
            <p:ph sz="quarter" idx="10"/>
          </p:nvPr>
        </p:nvSpPr>
        <p:spPr>
          <a:xfrm>
            <a:off x="457200" y="1261871"/>
            <a:ext cx="8229600" cy="3355848"/>
          </a:xfrm>
          <a:prstGeom prst="rect">
            <a:avLst/>
          </a:prstGeom>
        </p:spPr>
        <p:txBody>
          <a:bodyPr>
            <a:noAutofit/>
          </a:bodyPr>
          <a:lstStyle>
            <a:lvl1pPr>
              <a:defRPr sz="2000">
                <a:latin typeface="Arial" panose="020B0604020202020204" pitchFamily="34" charset="0"/>
                <a:cs typeface="Arial" panose="020B0604020202020204"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45FBA835-85F5-A942-8813-475FCDC02050}"/>
              </a:ext>
            </a:extLst>
          </p:cNvPr>
          <p:cNvCxnSpPr>
            <a:cxnSpLocks/>
          </p:cNvCxnSpPr>
          <p:nvPr userDrawn="1"/>
        </p:nvCxnSpPr>
        <p:spPr>
          <a:xfrm>
            <a:off x="0" y="4860925"/>
            <a:ext cx="9144000" cy="0"/>
          </a:xfrm>
          <a:prstGeom prst="line">
            <a:avLst/>
          </a:prstGeom>
          <a:ln w="63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B05240-8C7B-7741-B26C-17D061DD3F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16150" y="4945899"/>
            <a:ext cx="4511675" cy="239710"/>
          </a:xfrm>
          <a:prstGeom prst="rect">
            <a:avLst/>
          </a:prstGeom>
        </p:spPr>
      </p:pic>
    </p:spTree>
    <p:extLst>
      <p:ext uri="{BB962C8B-B14F-4D97-AF65-F5344CB8AC3E}">
        <p14:creationId xmlns:p14="http://schemas.microsoft.com/office/powerpoint/2010/main" val="30329118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V - 2 Line - w/Core Value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5EFE35-9932-4EED-ABBE-636CF39D654D}"/>
              </a:ext>
            </a:extLst>
          </p:cNvPr>
          <p:cNvSpPr>
            <a:spLocks noGrp="1"/>
          </p:cNvSpPr>
          <p:nvPr>
            <p:ph type="title" hasCustomPrompt="1"/>
          </p:nvPr>
        </p:nvSpPr>
        <p:spPr>
          <a:xfrm>
            <a:off x="457200" y="292609"/>
            <a:ext cx="7693677" cy="719328"/>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5">
            <a:extLst>
              <a:ext uri="{FF2B5EF4-FFF2-40B4-BE49-F238E27FC236}">
                <a16:creationId xmlns:a16="http://schemas.microsoft.com/office/drawing/2014/main" id="{FAC2027E-3384-4EAF-A43F-8225554EE067}"/>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Content Placeholder 2">
            <a:extLst>
              <a:ext uri="{FF2B5EF4-FFF2-40B4-BE49-F238E27FC236}">
                <a16:creationId xmlns:a16="http://schemas.microsoft.com/office/drawing/2014/main" id="{32105A18-249A-44A0-90B2-EDCEF78DC8F4}"/>
              </a:ext>
            </a:extLst>
          </p:cNvPr>
          <p:cNvSpPr>
            <a:spLocks noGrp="1"/>
          </p:cNvSpPr>
          <p:nvPr>
            <p:ph sz="quarter" idx="10"/>
          </p:nvPr>
        </p:nvSpPr>
        <p:spPr>
          <a:xfrm>
            <a:off x="457200" y="1335024"/>
            <a:ext cx="8229600" cy="3355848"/>
          </a:xfrm>
          <a:prstGeom prst="rect">
            <a:avLst/>
          </a:prstGeom>
        </p:spPr>
        <p:txBody>
          <a:bodyPr>
            <a:noAutofit/>
          </a:bodyPr>
          <a:lstStyle>
            <a:lvl1pPr>
              <a:defRPr sz="1400">
                <a:solidFill>
                  <a:schemeClr val="tx1"/>
                </a:solidFill>
                <a:latin typeface="+mn-lt"/>
              </a:defRPr>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C2929268-C253-5E45-8E0F-A9E6659BB21B}"/>
              </a:ext>
            </a:extLst>
          </p:cNvPr>
          <p:cNvCxnSpPr>
            <a:cxnSpLocks/>
          </p:cNvCxnSpPr>
          <p:nvPr userDrawn="1"/>
        </p:nvCxnSpPr>
        <p:spPr>
          <a:xfrm>
            <a:off x="0" y="4860925"/>
            <a:ext cx="9144000" cy="0"/>
          </a:xfrm>
          <a:prstGeom prst="line">
            <a:avLst/>
          </a:prstGeom>
          <a:ln w="6350">
            <a:solidFill>
              <a:schemeClr val="accent4"/>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6614B7A-3CDE-5B4B-B7E4-CA3D5D61941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16150" y="4945899"/>
            <a:ext cx="4511675" cy="239710"/>
          </a:xfrm>
          <a:prstGeom prst="rect">
            <a:avLst/>
          </a:prstGeom>
        </p:spPr>
      </p:pic>
    </p:spTree>
    <p:extLst>
      <p:ext uri="{BB962C8B-B14F-4D97-AF65-F5344CB8AC3E}">
        <p14:creationId xmlns:p14="http://schemas.microsoft.com/office/powerpoint/2010/main" val="42108476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 A - 2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281952"/>
            <a:ext cx="9144000" cy="3861547"/>
          </a:xfrm>
          <a:prstGeom prst="rect">
            <a:avLst/>
          </a:prstGeom>
          <a:solidFill>
            <a:schemeClr val="accent6">
              <a:alpha val="30000"/>
            </a:schemeClr>
          </a:solidFill>
        </p:spPr>
        <p:txBody>
          <a:bodyPr tIns="914400" bIns="0" anchor="ctr" anchorCtr="0">
            <a:norm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3" name="Title 2">
            <a:extLst>
              <a:ext uri="{FF2B5EF4-FFF2-40B4-BE49-F238E27FC236}">
                <a16:creationId xmlns:a16="http://schemas.microsoft.com/office/drawing/2014/main" id="{2AAAFAF6-EE27-42A5-B302-F3A3F01FC7D2}"/>
              </a:ext>
            </a:extLst>
          </p:cNvPr>
          <p:cNvSpPr>
            <a:spLocks noGrp="1"/>
          </p:cNvSpPr>
          <p:nvPr>
            <p:ph type="title" hasCustomPrompt="1"/>
          </p:nvPr>
        </p:nvSpPr>
        <p:spPr>
          <a:xfrm>
            <a:off x="457199" y="292609"/>
            <a:ext cx="7742123" cy="719328"/>
          </a:xfrm>
          <a:prstGeom prst="rect">
            <a:avLst/>
          </a:prstGeom>
        </p:spPr>
        <p:txBody>
          <a:bodyPr/>
          <a:lstStyle>
            <a:lvl1pPr>
              <a:defRPr sz="2600"/>
            </a:lvl1pPr>
          </a:lstStyle>
          <a:p>
            <a:r>
              <a:rPr lang="en-US" dirty="0"/>
              <a:t>2-line headline</a:t>
            </a:r>
          </a:p>
        </p:txBody>
      </p:sp>
      <p:sp>
        <p:nvSpPr>
          <p:cNvPr id="2" name="Slide Number Placeholder 4">
            <a:extLst>
              <a:ext uri="{FF2B5EF4-FFF2-40B4-BE49-F238E27FC236}">
                <a16:creationId xmlns:a16="http://schemas.microsoft.com/office/drawing/2014/main" id="{44310D17-4C53-86DF-C36E-C9819312217F}"/>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spTree>
    <p:extLst>
      <p:ext uri="{BB962C8B-B14F-4D97-AF65-F5344CB8AC3E}">
        <p14:creationId xmlns:p14="http://schemas.microsoft.com/office/powerpoint/2010/main" val="395150266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 B - 2 Lin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1631447"/>
            <a:ext cx="9144000" cy="3119111"/>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4" name="Text Placeholder 3">
            <a:extLst>
              <a:ext uri="{FF2B5EF4-FFF2-40B4-BE49-F238E27FC236}">
                <a16:creationId xmlns:a16="http://schemas.microsoft.com/office/drawing/2014/main" id="{E2E50BDB-964F-46A9-A4B5-F6E58F9F70BC}"/>
              </a:ext>
            </a:extLst>
          </p:cNvPr>
          <p:cNvSpPr>
            <a:spLocks noGrp="1"/>
          </p:cNvSpPr>
          <p:nvPr>
            <p:ph type="body" sz="quarter" idx="11"/>
          </p:nvPr>
        </p:nvSpPr>
        <p:spPr>
          <a:xfrm>
            <a:off x="457200" y="1201361"/>
            <a:ext cx="6401060" cy="303589"/>
          </a:xfrm>
          <a:prstGeom prst="rect">
            <a:avLst/>
          </a:prstGeom>
        </p:spPr>
        <p:txBody>
          <a:bodyPr/>
          <a:lstStyle>
            <a:lvl1pPr>
              <a:defRPr sz="1400" b="1">
                <a:solidFill>
                  <a:schemeClr val="accent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400">
                <a:solidFill>
                  <a:schemeClr val="tx1"/>
                </a:solidFill>
                <a:latin typeface="+mn-lt"/>
              </a:defRPr>
            </a:lvl5pPr>
          </a:lstStyle>
          <a:p>
            <a:pPr lvl="0"/>
            <a:r>
              <a:rPr lang="en-US" dirty="0"/>
              <a:t>Click to edit Master text styles</a:t>
            </a:r>
          </a:p>
        </p:txBody>
      </p:sp>
      <p:sp>
        <p:nvSpPr>
          <p:cNvPr id="9" name="Slide Number Placeholder 5">
            <a:extLst>
              <a:ext uri="{FF2B5EF4-FFF2-40B4-BE49-F238E27FC236}">
                <a16:creationId xmlns:a16="http://schemas.microsoft.com/office/drawing/2014/main" id="{545F2707-67E0-4A9E-B3CF-50E8F272A4ED}"/>
              </a:ext>
            </a:extLst>
          </p:cNvPr>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tx2"/>
                </a:solidFill>
              </a:defRPr>
            </a:lvl1pPr>
          </a:lstStyle>
          <a:p>
            <a:fld id="{EF03F2D8-09E8-4F65-B5E4-919B7BA10877}" type="slidenum">
              <a:rPr lang="en-US" smtClean="0"/>
              <a:pPr/>
              <a:t>‹#›</a:t>
            </a:fld>
            <a:endParaRPr lang="en-US" dirty="0"/>
          </a:p>
        </p:txBody>
      </p:sp>
      <p:sp>
        <p:nvSpPr>
          <p:cNvPr id="3" name="Title Placeholder 1">
            <a:extLst>
              <a:ext uri="{FF2B5EF4-FFF2-40B4-BE49-F238E27FC236}">
                <a16:creationId xmlns:a16="http://schemas.microsoft.com/office/drawing/2014/main" id="{3C21A955-B828-4C40-1E5C-7A93D20C4CD1}"/>
              </a:ext>
            </a:extLst>
          </p:cNvPr>
          <p:cNvSpPr>
            <a:spLocks noGrp="1"/>
          </p:cNvSpPr>
          <p:nvPr>
            <p:ph type="title" hasCustomPrompt="1"/>
          </p:nvPr>
        </p:nvSpPr>
        <p:spPr>
          <a:xfrm>
            <a:off x="457199" y="292609"/>
            <a:ext cx="7730012" cy="725423"/>
          </a:xfrm>
          <a:prstGeom prst="rect">
            <a:avLst/>
          </a:prstGeom>
        </p:spPr>
        <p:txBody>
          <a:bodyPr vert="horz" wrap="square" lIns="0" tIns="0" rIns="0" bIns="0" rtlCol="0" anchor="t" anchorCtr="0">
            <a:noAutofit/>
          </a:bodyPr>
          <a:lstStyle>
            <a:lvl1pPr>
              <a:defRPr sz="2600"/>
            </a:lvl1pPr>
          </a:lstStyle>
          <a:p>
            <a:r>
              <a:rPr lang="en-US" dirty="0"/>
              <a:t>2-line headline</a:t>
            </a:r>
          </a:p>
        </p:txBody>
      </p:sp>
    </p:spTree>
    <p:extLst>
      <p:ext uri="{BB962C8B-B14F-4D97-AF65-F5344CB8AC3E}">
        <p14:creationId xmlns:p14="http://schemas.microsoft.com/office/powerpoint/2010/main" val="14001457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 C - 2 Lin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CF666A99-6C2B-917C-949C-A90715AA6C0F}"/>
              </a:ext>
            </a:extLst>
          </p:cNvPr>
          <p:cNvSpPr>
            <a:spLocks noGrp="1"/>
          </p:cNvSpPr>
          <p:nvPr>
            <p:ph type="title" hasCustomPrompt="1"/>
          </p:nvPr>
        </p:nvSpPr>
        <p:spPr>
          <a:xfrm>
            <a:off x="457199" y="292608"/>
            <a:ext cx="7717900" cy="719328"/>
          </a:xfrm>
          <a:prstGeom prst="rect">
            <a:avLst/>
          </a:prstGeom>
        </p:spPr>
        <p:txBody>
          <a:bodyPr vert="horz" wrap="square" lIns="0" tIns="0" rIns="0" bIns="0" rtlCol="0" anchor="t" anchorCtr="0">
            <a:noAutofit/>
          </a:bodyPr>
          <a:lstStyle>
            <a:lvl1pPr>
              <a:defRPr sz="2600"/>
            </a:lvl1pPr>
          </a:lstStyle>
          <a:p>
            <a:r>
              <a:rPr lang="en-US" dirty="0"/>
              <a:t>2-line headline</a:t>
            </a:r>
          </a:p>
        </p:txBody>
      </p:sp>
      <p:sp>
        <p:nvSpPr>
          <p:cNvPr id="2" name="Slide Number Placeholder 4">
            <a:extLst>
              <a:ext uri="{FF2B5EF4-FFF2-40B4-BE49-F238E27FC236}">
                <a16:creationId xmlns:a16="http://schemas.microsoft.com/office/drawing/2014/main" id="{284758FC-0C82-59E2-A235-CBE2BEE3EB64}"/>
              </a:ext>
            </a:extLst>
          </p:cNvPr>
          <p:cNvSpPr>
            <a:spLocks noGrp="1"/>
          </p:cNvSpPr>
          <p:nvPr>
            <p:ph type="sldNum" sz="quarter" idx="12"/>
          </p:nvPr>
        </p:nvSpPr>
        <p:spPr>
          <a:xfrm>
            <a:off x="140861" y="4896895"/>
            <a:ext cx="246888" cy="122585"/>
          </a:xfrm>
        </p:spPr>
        <p:txBody>
          <a:bodyPr/>
          <a:lstStyle/>
          <a:p>
            <a:fld id="{EF03F2D8-09E8-4F65-B5E4-919B7BA10877}" type="slidenum">
              <a:rPr lang="en-US" smtClean="0"/>
              <a:pPr/>
              <a:t>‹#›</a:t>
            </a:fld>
            <a:endParaRPr lang="en-US"/>
          </a:p>
        </p:txBody>
      </p:sp>
      <p:sp>
        <p:nvSpPr>
          <p:cNvPr id="6" name="Text Placeholder 3">
            <a:extLst>
              <a:ext uri="{FF2B5EF4-FFF2-40B4-BE49-F238E27FC236}">
                <a16:creationId xmlns:a16="http://schemas.microsoft.com/office/drawing/2014/main" id="{66F081BE-4E1C-0B66-8F92-4BE35305876D}"/>
              </a:ext>
            </a:extLst>
          </p:cNvPr>
          <p:cNvSpPr>
            <a:spLocks noGrp="1"/>
          </p:cNvSpPr>
          <p:nvPr>
            <p:ph type="body" sz="quarter" idx="11"/>
          </p:nvPr>
        </p:nvSpPr>
        <p:spPr>
          <a:xfrm>
            <a:off x="457200" y="1201361"/>
            <a:ext cx="6401060" cy="303589"/>
          </a:xfrm>
          <a:prstGeom prst="rect">
            <a:avLst/>
          </a:prstGeom>
        </p:spPr>
        <p:txBody>
          <a:bodyPr/>
          <a:lstStyle>
            <a:lvl1pPr>
              <a:defRPr sz="1400" b="1">
                <a:solidFill>
                  <a:schemeClr val="accent1"/>
                </a:solidFill>
                <a:latin typeface="+mn-lt"/>
              </a:defRPr>
            </a:lvl1pPr>
            <a:lvl2pPr>
              <a:defRPr sz="1400">
                <a:solidFill>
                  <a:schemeClr val="tx1"/>
                </a:solidFill>
                <a:latin typeface="+mn-lt"/>
              </a:defRPr>
            </a:lvl2pPr>
            <a:lvl3pPr>
              <a:defRPr sz="1400">
                <a:solidFill>
                  <a:schemeClr val="tx1"/>
                </a:solidFill>
                <a:latin typeface="+mn-lt"/>
              </a:defRPr>
            </a:lvl3pPr>
            <a:lvl4pPr>
              <a:defRPr sz="1400">
                <a:solidFill>
                  <a:schemeClr val="tx1"/>
                </a:solidFill>
                <a:latin typeface="+mn-lt"/>
              </a:defRPr>
            </a:lvl4pPr>
            <a:lvl5pPr>
              <a:defRPr sz="1400">
                <a:solidFill>
                  <a:schemeClr val="tx1"/>
                </a:solidFill>
                <a:latin typeface="+mn-lt"/>
              </a:defRPr>
            </a:lvl5pPr>
          </a:lstStyle>
          <a:p>
            <a:pPr lvl="0"/>
            <a:r>
              <a:rPr lang="en-US" dirty="0"/>
              <a:t>Click to edit Master text styles</a:t>
            </a:r>
          </a:p>
        </p:txBody>
      </p:sp>
      <p:sp>
        <p:nvSpPr>
          <p:cNvPr id="7" name="Picture Placeholder 4">
            <a:extLst>
              <a:ext uri="{FF2B5EF4-FFF2-40B4-BE49-F238E27FC236}">
                <a16:creationId xmlns:a16="http://schemas.microsoft.com/office/drawing/2014/main" id="{FE5F7D01-03D4-C618-2923-C468C9290760}"/>
              </a:ext>
            </a:extLst>
          </p:cNvPr>
          <p:cNvSpPr>
            <a:spLocks noGrp="1"/>
          </p:cNvSpPr>
          <p:nvPr>
            <p:ph type="pic" sz="quarter" idx="10" hasCustomPrompt="1"/>
          </p:nvPr>
        </p:nvSpPr>
        <p:spPr>
          <a:xfrm>
            <a:off x="0" y="1631447"/>
            <a:ext cx="9144000" cy="3512053"/>
          </a:xfrm>
          <a:prstGeom prst="rect">
            <a:avLst/>
          </a:prstGeom>
          <a:solidFill>
            <a:schemeClr val="accent6">
              <a:alpha val="30000"/>
            </a:schemeClr>
          </a:solidFill>
        </p:spPr>
        <p:txBody>
          <a:bodyPr tIns="914400" bIns="0" anchor="ctr" anchorCtr="0">
            <a:noAutofit/>
          </a:bodyPr>
          <a:lstStyle>
            <a:lvl1pPr algn="ctr">
              <a:spcBef>
                <a:spcPts val="0"/>
              </a:spcBef>
              <a:spcAft>
                <a:spcPts val="0"/>
              </a:spcAft>
              <a:defRPr sz="900" b="0" i="1" baseline="0">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Tree>
    <p:extLst>
      <p:ext uri="{BB962C8B-B14F-4D97-AF65-F5344CB8AC3E}">
        <p14:creationId xmlns:p14="http://schemas.microsoft.com/office/powerpoint/2010/main" val="29783173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Subhead - 2 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292609"/>
            <a:ext cx="7699732" cy="719327"/>
          </a:xfrm>
          <a:prstGeom prst="rect">
            <a:avLst/>
          </a:prstGeom>
        </p:spPr>
        <p:txBody>
          <a:bodyPr wrap="square">
            <a:noAutofit/>
          </a:bodyPr>
          <a:lstStyle>
            <a:lvl1pPr>
              <a:defRPr sz="2600" spc="0">
                <a:latin typeface="Arial" panose="020B0604020202020204" pitchFamily="34" charset="0"/>
                <a:cs typeface="Arial" panose="020B0604020202020204" pitchFamily="34" charset="0"/>
              </a:defRPr>
            </a:lvl1pPr>
          </a:lstStyle>
          <a:p>
            <a:r>
              <a:rPr lang="en-US" dirty="0"/>
              <a:t>2-line headline</a:t>
            </a:r>
          </a:p>
        </p:txBody>
      </p:sp>
      <p:sp>
        <p:nvSpPr>
          <p:cNvPr id="5" name="Slide Number Placeholder 4"/>
          <p:cNvSpPr>
            <a:spLocks noGrp="1"/>
          </p:cNvSpPr>
          <p:nvPr>
            <p:ph type="sldNum" sz="quarter" idx="12"/>
          </p:nvPr>
        </p:nvSpPr>
        <p:spPr/>
        <p:txBody>
          <a:bodyPr/>
          <a:lstStyle/>
          <a:p>
            <a:fld id="{EF03F2D8-09E8-4F65-B5E4-919B7BA10877}" type="slidenum">
              <a:rPr lang="en-US" smtClean="0"/>
              <a:pPr/>
              <a:t>‹#›</a:t>
            </a:fld>
            <a:endParaRPr lang="en-US"/>
          </a:p>
        </p:txBody>
      </p:sp>
      <p:sp>
        <p:nvSpPr>
          <p:cNvPr id="6" name="Text Placeholder 5">
            <a:extLst>
              <a:ext uri="{FF2B5EF4-FFF2-40B4-BE49-F238E27FC236}">
                <a16:creationId xmlns:a16="http://schemas.microsoft.com/office/drawing/2014/main" id="{7E5B6FEA-0F24-4E57-986A-DF7D1B02FC83}"/>
              </a:ext>
            </a:extLst>
          </p:cNvPr>
          <p:cNvSpPr>
            <a:spLocks noGrp="1"/>
          </p:cNvSpPr>
          <p:nvPr>
            <p:ph type="body" sz="quarter" idx="11"/>
          </p:nvPr>
        </p:nvSpPr>
        <p:spPr>
          <a:xfrm>
            <a:off x="457200" y="1261872"/>
            <a:ext cx="8238744" cy="3355848"/>
          </a:xfrm>
          <a:prstGeom prst="rect">
            <a:avLst/>
          </a:prstGeom>
        </p:spPr>
        <p:txBody>
          <a:bodyPr lIns="0" tIns="0" rIns="0" bIns="0">
            <a:noAutofit/>
          </a:bodyPr>
          <a:lstStyle>
            <a:lvl1pPr>
              <a:defRPr sz="2000" b="1">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276719334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 Column - 2 Line">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Autofit/>
          </a:bodyPr>
          <a:lstStyle/>
          <a:p>
            <a:fld id="{EF03F2D8-09E8-4F65-B5E4-919B7BA10877}" type="slidenum">
              <a:rPr lang="en-US" smtClean="0"/>
              <a:pPr/>
              <a:t>‹#›</a:t>
            </a:fld>
            <a:endParaRPr lang="en-US"/>
          </a:p>
        </p:txBody>
      </p:sp>
      <p:sp>
        <p:nvSpPr>
          <p:cNvPr id="8" name="Title 1">
            <a:extLst>
              <a:ext uri="{FF2B5EF4-FFF2-40B4-BE49-F238E27FC236}">
                <a16:creationId xmlns:a16="http://schemas.microsoft.com/office/drawing/2014/main" id="{89429205-19AE-4A97-87B8-66B78E2E9201}"/>
              </a:ext>
            </a:extLst>
          </p:cNvPr>
          <p:cNvSpPr>
            <a:spLocks noGrp="1"/>
          </p:cNvSpPr>
          <p:nvPr>
            <p:ph type="title" hasCustomPrompt="1"/>
          </p:nvPr>
        </p:nvSpPr>
        <p:spPr>
          <a:xfrm>
            <a:off x="457200" y="292608"/>
            <a:ext cx="7730012" cy="719328"/>
          </a:xfrm>
          <a:prstGeom prst="rect">
            <a:avLst/>
          </a:prstGeom>
        </p:spPr>
        <p:txBody>
          <a:bodyPr>
            <a:noAutofit/>
          </a:bodyPr>
          <a:lstStyle>
            <a:lvl1pPr>
              <a:defRPr sz="2600" spc="0" baseline="0">
                <a:latin typeface="Arial" panose="020B0604020202020204" pitchFamily="34" charset="0"/>
                <a:cs typeface="Arial" panose="020B0604020202020204" pitchFamily="34" charset="0"/>
              </a:defRPr>
            </a:lvl1pPr>
          </a:lstStyle>
          <a:p>
            <a:r>
              <a:rPr lang="en-US" dirty="0"/>
              <a:t>2-line headline</a:t>
            </a:r>
          </a:p>
        </p:txBody>
      </p:sp>
      <p:sp>
        <p:nvSpPr>
          <p:cNvPr id="6" name="Content Placeholder 2">
            <a:extLst>
              <a:ext uri="{FF2B5EF4-FFF2-40B4-BE49-F238E27FC236}">
                <a16:creationId xmlns:a16="http://schemas.microsoft.com/office/drawing/2014/main" id="{7CB90945-7AED-4112-B6D1-26508B719911}"/>
              </a:ext>
            </a:extLst>
          </p:cNvPr>
          <p:cNvSpPr>
            <a:spLocks noGrp="1"/>
          </p:cNvSpPr>
          <p:nvPr>
            <p:ph sz="quarter" idx="10"/>
          </p:nvPr>
        </p:nvSpPr>
        <p:spPr>
          <a:xfrm>
            <a:off x="457200" y="1257721"/>
            <a:ext cx="3840480" cy="3357562"/>
          </a:xfrm>
          <a:prstGeom prst="rect">
            <a:avLst/>
          </a:prstGeom>
        </p:spPr>
        <p:txBody>
          <a:bodyPr>
            <a:noAutofit/>
          </a:bodyPr>
          <a:lstStyle>
            <a:lvl1pPr>
              <a:defRPr sz="2000">
                <a:latin typeface="Arial" panose="020B0604020202020204" pitchFamily="34" charset="0"/>
                <a:cs typeface="Arial" panose="020B0604020202020204"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B3687BCB-45ED-4D39-87FE-DE0B5DB3E640}"/>
              </a:ext>
            </a:extLst>
          </p:cNvPr>
          <p:cNvSpPr>
            <a:spLocks noGrp="1"/>
          </p:cNvSpPr>
          <p:nvPr>
            <p:ph sz="quarter" idx="15"/>
          </p:nvPr>
        </p:nvSpPr>
        <p:spPr>
          <a:xfrm>
            <a:off x="4843464" y="1257721"/>
            <a:ext cx="3840480" cy="3357562"/>
          </a:xfrm>
          <a:prstGeom prst="rect">
            <a:avLst/>
          </a:prstGeom>
        </p:spPr>
        <p:txBody>
          <a:bodyPr>
            <a:noAutofit/>
          </a:bodyPr>
          <a:lstStyle>
            <a:lvl1pPr>
              <a:defRPr sz="2000">
                <a:latin typeface="Arial" panose="020B0604020202020204" pitchFamily="34" charset="0"/>
                <a:cs typeface="Arial" panose="020B0604020202020204"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825293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B - Text + Image - 2 Lin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4642792" y="0"/>
            <a:ext cx="4501207" cy="5143500"/>
          </a:xfrm>
          <a:prstGeom prst="rect">
            <a:avLst/>
          </a:prstGeom>
          <a:solidFill>
            <a:schemeClr val="accent6">
              <a:alpha val="30000"/>
            </a:schemeClr>
          </a:solidFill>
        </p:spPr>
        <p:txBody>
          <a:bodyPr tIns="914400" bIns="0" anchor="ctr" anchorCtr="0">
            <a:noAutofit/>
          </a:bodyPr>
          <a:lstStyle>
            <a:lvl1pPr marL="0" marR="0" indent="0" algn="ctr" defTabSz="914400" rtl="0" eaLnBrk="1" fontAlgn="auto" latinLnBrk="0" hangingPunct="1">
              <a:lnSpc>
                <a:spcPct val="100000"/>
              </a:lnSpc>
              <a:spcBef>
                <a:spcPts val="200"/>
              </a:spcBef>
              <a:spcAft>
                <a:spcPts val="0"/>
              </a:spcAft>
              <a:buClrTx/>
              <a:buSzTx/>
              <a:buFont typeface="Arial" panose="020B0604020202020204" pitchFamily="34" charset="0"/>
              <a:buNone/>
              <a:tabLst/>
              <a:defRPr sz="900" i="1">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6" name="Slide Number Placeholder 5"/>
          <p:cNvSpPr>
            <a:spLocks noGrp="1"/>
          </p:cNvSpPr>
          <p:nvPr>
            <p:ph type="sldNum" sz="quarter" idx="12"/>
          </p:nvPr>
        </p:nvSpPr>
        <p:spPr/>
        <p:txBody>
          <a:bodyPr>
            <a:noAutofit/>
          </a:bodyPr>
          <a:lstStyle>
            <a:lvl1pPr>
              <a:defRPr>
                <a:solidFill>
                  <a:schemeClr val="accent5"/>
                </a:solidFill>
              </a:defRPr>
            </a:lvl1pPr>
          </a:lstStyle>
          <a:p>
            <a:fld id="{EF03F2D8-09E8-4F65-B5E4-919B7BA10877}" type="slidenum">
              <a:rPr lang="en-US" smtClean="0"/>
              <a:pPr/>
              <a:t>‹#›</a:t>
            </a:fld>
            <a:endParaRPr lang="en-US" dirty="0"/>
          </a:p>
        </p:txBody>
      </p:sp>
      <p:sp>
        <p:nvSpPr>
          <p:cNvPr id="9" name="Content Placeholder 2">
            <a:extLst>
              <a:ext uri="{FF2B5EF4-FFF2-40B4-BE49-F238E27FC236}">
                <a16:creationId xmlns:a16="http://schemas.microsoft.com/office/drawing/2014/main" id="{D82B9EDD-F1CF-4345-9489-2A6B70128D53}"/>
              </a:ext>
            </a:extLst>
          </p:cNvPr>
          <p:cNvSpPr>
            <a:spLocks noGrp="1"/>
          </p:cNvSpPr>
          <p:nvPr>
            <p:ph sz="quarter" idx="10"/>
          </p:nvPr>
        </p:nvSpPr>
        <p:spPr>
          <a:xfrm>
            <a:off x="457200" y="1261872"/>
            <a:ext cx="3840480" cy="3133838"/>
          </a:xfrm>
          <a:prstGeom prst="rect">
            <a:avLst/>
          </a:prstGeom>
        </p:spPr>
        <p:txBody>
          <a:bodyPr>
            <a:noAutofit/>
          </a:bodyPr>
          <a:lstStyle>
            <a:lvl1pPr>
              <a:defRPr sz="2000" b="1" i="0">
                <a:latin typeface="Arial" panose="020B0604020202020204" pitchFamily="34" charset="0"/>
                <a:cs typeface="Arial" panose="020B0604020202020204"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laceholder 1">
            <a:extLst>
              <a:ext uri="{FF2B5EF4-FFF2-40B4-BE49-F238E27FC236}">
                <a16:creationId xmlns:a16="http://schemas.microsoft.com/office/drawing/2014/main" id="{9961A5BB-488E-ADA4-2317-94394FF57910}"/>
              </a:ext>
            </a:extLst>
          </p:cNvPr>
          <p:cNvSpPr>
            <a:spLocks noGrp="1"/>
          </p:cNvSpPr>
          <p:nvPr>
            <p:ph type="title" hasCustomPrompt="1"/>
          </p:nvPr>
        </p:nvSpPr>
        <p:spPr>
          <a:xfrm>
            <a:off x="457200" y="292608"/>
            <a:ext cx="3890514" cy="780288"/>
          </a:xfrm>
          <a:prstGeom prst="rect">
            <a:avLst/>
          </a:prstGeom>
        </p:spPr>
        <p:txBody>
          <a:bodyPr vert="horz" wrap="square" lIns="0" tIns="0" rIns="0" bIns="0" rtlCol="0" anchor="t" anchorCtr="0">
            <a:noAutofit/>
          </a:bodyPr>
          <a:lstStyle>
            <a:lvl1pPr>
              <a:defRPr sz="2600"/>
            </a:lvl1pPr>
          </a:lstStyle>
          <a:p>
            <a:r>
              <a:rPr lang="en-US" dirty="0"/>
              <a:t>2-line headline</a:t>
            </a:r>
          </a:p>
        </p:txBody>
      </p:sp>
      <p:cxnSp>
        <p:nvCxnSpPr>
          <p:cNvPr id="2" name="Straight Connector 1">
            <a:extLst>
              <a:ext uri="{FF2B5EF4-FFF2-40B4-BE49-F238E27FC236}">
                <a16:creationId xmlns:a16="http://schemas.microsoft.com/office/drawing/2014/main" id="{BBAFF861-C677-983F-78F5-A7A8D22A70AE}"/>
              </a:ext>
            </a:extLst>
          </p:cNvPr>
          <p:cNvCxnSpPr>
            <a:cxnSpLocks/>
          </p:cNvCxnSpPr>
          <p:nvPr userDrawn="1"/>
        </p:nvCxnSpPr>
        <p:spPr>
          <a:xfrm>
            <a:off x="457199" y="1075533"/>
            <a:ext cx="3886200"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984933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B - Image + Text - 2 Lin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0" y="0"/>
            <a:ext cx="4572000" cy="5143500"/>
          </a:xfrm>
          <a:prstGeom prst="rect">
            <a:avLst/>
          </a:prstGeom>
          <a:solidFill>
            <a:schemeClr val="accent6">
              <a:alpha val="30000"/>
            </a:schemeClr>
          </a:solidFill>
        </p:spPr>
        <p:txBody>
          <a:bodyPr tIns="914400" bIns="0" anchor="ctr" anchorCtr="0">
            <a:noAutofit/>
          </a:bodyPr>
          <a:lstStyle>
            <a:lvl1pPr marL="0" marR="0" indent="0" algn="ctr" defTabSz="914400" rtl="0" eaLnBrk="1" fontAlgn="auto" latinLnBrk="0" hangingPunct="1">
              <a:lnSpc>
                <a:spcPct val="100000"/>
              </a:lnSpc>
              <a:spcBef>
                <a:spcPts val="200"/>
              </a:spcBef>
              <a:spcAft>
                <a:spcPts val="0"/>
              </a:spcAft>
              <a:buClrTx/>
              <a:buSzTx/>
              <a:buFont typeface="Arial" panose="020B0604020202020204" pitchFamily="34" charset="0"/>
              <a:buNone/>
              <a:tabLst/>
              <a:defRPr sz="900" i="1">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9" name="Content Placeholder 2">
            <a:extLst>
              <a:ext uri="{FF2B5EF4-FFF2-40B4-BE49-F238E27FC236}">
                <a16:creationId xmlns:a16="http://schemas.microsoft.com/office/drawing/2014/main" id="{2A928B88-3152-4FBD-93CD-DC3ED1B9BAAC}"/>
              </a:ext>
            </a:extLst>
          </p:cNvPr>
          <p:cNvSpPr>
            <a:spLocks noGrp="1"/>
          </p:cNvSpPr>
          <p:nvPr>
            <p:ph sz="quarter" idx="10"/>
          </p:nvPr>
        </p:nvSpPr>
        <p:spPr>
          <a:xfrm>
            <a:off x="4962145" y="1261872"/>
            <a:ext cx="3721608" cy="3355848"/>
          </a:xfrm>
          <a:prstGeom prst="rect">
            <a:avLst/>
          </a:prstGeom>
        </p:spPr>
        <p:txBody>
          <a:bodyPr>
            <a:noAutofit/>
          </a:bodyPr>
          <a:lstStyle>
            <a:lvl1pPr>
              <a:defRPr sz="2000">
                <a:latin typeface="Arial" panose="020B0604020202020204" pitchFamily="34" charset="0"/>
                <a:cs typeface="Arial" panose="020B0604020202020204" pitchFamily="34" charset="0"/>
              </a:defRPr>
            </a:lvl1pPr>
            <a:lvl2pPr>
              <a:defRPr sz="1600"/>
            </a:lvl2pPr>
            <a:lvl3pPr>
              <a:defRPr sz="1400"/>
            </a:lvl3pPr>
            <a:lvl4pPr>
              <a:defRPr sz="1100"/>
            </a:lvl4pPr>
            <a:lvl5pP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6CA611EB-03D2-3BB3-E44B-6AA6D501DB62}"/>
              </a:ext>
            </a:extLst>
          </p:cNvPr>
          <p:cNvSpPr>
            <a:spLocks noGrp="1"/>
          </p:cNvSpPr>
          <p:nvPr>
            <p:ph type="title" hasCustomPrompt="1"/>
          </p:nvPr>
        </p:nvSpPr>
        <p:spPr>
          <a:xfrm>
            <a:off x="4962145" y="292608"/>
            <a:ext cx="3724656" cy="731520"/>
          </a:xfrm>
          <a:prstGeom prst="rect">
            <a:avLst/>
          </a:prstGeom>
        </p:spPr>
        <p:txBody>
          <a:bodyPr vert="horz" wrap="square" lIns="0" tIns="0" rIns="0" bIns="0" rtlCol="0" anchor="t" anchorCtr="0">
            <a:noAutofit/>
          </a:bodyPr>
          <a:lstStyle>
            <a:lvl1pPr>
              <a:defRPr sz="2600"/>
            </a:lvl1pPr>
          </a:lstStyle>
          <a:p>
            <a:r>
              <a:rPr lang="en-US" dirty="0"/>
              <a:t>2-line headline</a:t>
            </a:r>
          </a:p>
        </p:txBody>
      </p:sp>
      <p:cxnSp>
        <p:nvCxnSpPr>
          <p:cNvPr id="10" name="Straight Connector 9">
            <a:extLst>
              <a:ext uri="{FF2B5EF4-FFF2-40B4-BE49-F238E27FC236}">
                <a16:creationId xmlns:a16="http://schemas.microsoft.com/office/drawing/2014/main" id="{B8F1769D-D70F-37D2-976B-918573D2B8E7}"/>
              </a:ext>
            </a:extLst>
          </p:cNvPr>
          <p:cNvCxnSpPr>
            <a:cxnSpLocks/>
          </p:cNvCxnSpPr>
          <p:nvPr userDrawn="1"/>
        </p:nvCxnSpPr>
        <p:spPr>
          <a:xfrm>
            <a:off x="4907811" y="1023775"/>
            <a:ext cx="3778989"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Slide Number Placeholder 4">
            <a:extLst>
              <a:ext uri="{FF2B5EF4-FFF2-40B4-BE49-F238E27FC236}">
                <a16:creationId xmlns:a16="http://schemas.microsoft.com/office/drawing/2014/main" id="{35DDDBD4-C79E-862E-E7D7-B2102F106C38}"/>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spTree>
    <p:extLst>
      <p:ext uri="{BB962C8B-B14F-4D97-AF65-F5344CB8AC3E}">
        <p14:creationId xmlns:p14="http://schemas.microsoft.com/office/powerpoint/2010/main" val="108879792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50/50 - 2 Line">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0" y="2874768"/>
            <a:ext cx="9144000" cy="2268732"/>
          </a:xfrm>
          <a:prstGeom prst="rect">
            <a:avLst/>
          </a:prstGeom>
          <a:solidFill>
            <a:schemeClr val="accent6">
              <a:alpha val="30000"/>
            </a:schemeClr>
          </a:solidFill>
        </p:spPr>
        <p:txBody>
          <a:bodyPr tIns="914400" bIns="0" anchor="ctr" anchorCtr="0">
            <a:noAutofit/>
          </a:bodyPr>
          <a:lstStyle>
            <a:lvl1pPr marL="0" marR="0" indent="0" algn="ctr" defTabSz="914400" rtl="0" eaLnBrk="1" fontAlgn="auto" latinLnBrk="0" hangingPunct="1">
              <a:lnSpc>
                <a:spcPct val="100000"/>
              </a:lnSpc>
              <a:spcBef>
                <a:spcPts val="200"/>
              </a:spcBef>
              <a:spcAft>
                <a:spcPts val="0"/>
              </a:spcAft>
              <a:buClrTx/>
              <a:buSzTx/>
              <a:buFont typeface="Arial" panose="020B0604020202020204" pitchFamily="34" charset="0"/>
              <a:buNone/>
              <a:tabLst/>
              <a:defRPr sz="900" i="1">
                <a:solidFill>
                  <a:schemeClr val="accent5"/>
                </a:solidFill>
                <a:latin typeface="+mn-lt"/>
              </a:defRPr>
            </a:lvl1pPr>
          </a:lstStyle>
          <a:p>
            <a:r>
              <a:rPr lang="en-US" dirty="0"/>
              <a:t>Click icon to insert image</a:t>
            </a:r>
            <a:br>
              <a:rPr lang="en-US" dirty="0"/>
            </a:br>
            <a:r>
              <a:rPr lang="en-US" dirty="0"/>
              <a:t>DOWNLOAD AVNET-BRANDED IMAGES AT</a:t>
            </a:r>
            <a:br>
              <a:rPr lang="en-US" dirty="0"/>
            </a:br>
            <a:r>
              <a:rPr lang="en-US" dirty="0"/>
              <a:t>BRAND.AVNET.COM </a:t>
            </a:r>
          </a:p>
        </p:txBody>
      </p:sp>
      <p:sp>
        <p:nvSpPr>
          <p:cNvPr id="14" name="Content Placeholder 2">
            <a:extLst>
              <a:ext uri="{FF2B5EF4-FFF2-40B4-BE49-F238E27FC236}">
                <a16:creationId xmlns:a16="http://schemas.microsoft.com/office/drawing/2014/main" id="{BF206161-A30C-456D-A0C0-A2152F3EEA18}"/>
              </a:ext>
            </a:extLst>
          </p:cNvPr>
          <p:cNvSpPr>
            <a:spLocks noGrp="1"/>
          </p:cNvSpPr>
          <p:nvPr>
            <p:ph sz="quarter" idx="10" hasCustomPrompt="1"/>
          </p:nvPr>
        </p:nvSpPr>
        <p:spPr>
          <a:xfrm>
            <a:off x="457200" y="1255776"/>
            <a:ext cx="8229600" cy="1448050"/>
          </a:xfrm>
          <a:prstGeom prst="rect">
            <a:avLst/>
          </a:prstGeom>
        </p:spPr>
        <p:txBody>
          <a:bodyPr>
            <a:noAutofit/>
          </a:bodyPr>
          <a:lstStyle>
            <a:lvl1pPr>
              <a:defRPr sz="2000">
                <a:latin typeface="Arial" panose="020B0604020202020204" pitchFamily="34" charset="0"/>
                <a:cs typeface="Arial" panose="020B0604020202020204" pitchFamily="34" charset="0"/>
              </a:defRPr>
            </a:lvl1pPr>
            <a:lvl2pPr>
              <a:defRPr sz="1600"/>
            </a:lvl2pPr>
            <a:lvl3pPr>
              <a:defRPr sz="1400"/>
            </a:lvl3pPr>
            <a:lvl4pPr>
              <a:defRPr sz="1100"/>
            </a:lvl4pPr>
            <a:lvl5pPr>
              <a:defRPr sz="1100"/>
            </a:lvl5pPr>
          </a:lstStyle>
          <a:p>
            <a:r>
              <a:rPr lang="en-US" dirty="0"/>
              <a:t>Subhead goes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5D1EFA24-D132-7D01-0940-74981A968685}"/>
              </a:ext>
            </a:extLst>
          </p:cNvPr>
          <p:cNvSpPr>
            <a:spLocks noGrp="1"/>
          </p:cNvSpPr>
          <p:nvPr>
            <p:ph type="title" hasCustomPrompt="1"/>
          </p:nvPr>
        </p:nvSpPr>
        <p:spPr>
          <a:xfrm>
            <a:off x="457200" y="292608"/>
            <a:ext cx="7730011" cy="717717"/>
          </a:xfrm>
          <a:prstGeom prst="rect">
            <a:avLst/>
          </a:prstGeom>
        </p:spPr>
        <p:txBody>
          <a:bodyPr vert="horz" wrap="square" lIns="0" tIns="0" rIns="0" bIns="0" rtlCol="0" anchor="t" anchorCtr="0">
            <a:noAutofit/>
          </a:bodyPr>
          <a:lstStyle>
            <a:lvl1pPr>
              <a:defRPr sz="2600"/>
            </a:lvl1pPr>
          </a:lstStyle>
          <a:p>
            <a:r>
              <a:rPr lang="en-US" dirty="0"/>
              <a:t>2-line headline</a:t>
            </a:r>
          </a:p>
        </p:txBody>
      </p:sp>
      <p:sp>
        <p:nvSpPr>
          <p:cNvPr id="7" name="Slide Number Placeholder 4">
            <a:extLst>
              <a:ext uri="{FF2B5EF4-FFF2-40B4-BE49-F238E27FC236}">
                <a16:creationId xmlns:a16="http://schemas.microsoft.com/office/drawing/2014/main" id="{AB7E3067-608B-1479-E3D2-8A76FCEC2AF9}"/>
              </a:ext>
            </a:extLst>
          </p:cNvPr>
          <p:cNvSpPr>
            <a:spLocks noGrp="1"/>
          </p:cNvSpPr>
          <p:nvPr>
            <p:ph type="sldNum" sz="quarter" idx="12"/>
          </p:nvPr>
        </p:nvSpPr>
        <p:spPr>
          <a:xfrm>
            <a:off x="140861" y="4890957"/>
            <a:ext cx="246888" cy="122585"/>
          </a:xfrm>
        </p:spPr>
        <p:txBody>
          <a:bodyPr/>
          <a:lstStyle/>
          <a:p>
            <a:fld id="{EF03F2D8-09E8-4F65-B5E4-919B7BA10877}" type="slidenum">
              <a:rPr lang="en-US" smtClean="0"/>
              <a:pPr/>
              <a:t>‹#›</a:t>
            </a:fld>
            <a:endParaRPr lang="en-US"/>
          </a:p>
        </p:txBody>
      </p:sp>
      <p:pic>
        <p:nvPicPr>
          <p:cNvPr id="4" name="Graphic 3">
            <a:extLst>
              <a:ext uri="{FF2B5EF4-FFF2-40B4-BE49-F238E27FC236}">
                <a16:creationId xmlns:a16="http://schemas.microsoft.com/office/drawing/2014/main" id="{F1EDB25F-4BAF-C0C6-4F39-5EA5E5A6F1E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238046" y="84935"/>
            <a:ext cx="933424" cy="339427"/>
          </a:xfrm>
          <a:prstGeom prst="rect">
            <a:avLst/>
          </a:prstGeom>
        </p:spPr>
      </p:pic>
      <p:cxnSp>
        <p:nvCxnSpPr>
          <p:cNvPr id="3" name="Straight Connector 2">
            <a:extLst>
              <a:ext uri="{FF2B5EF4-FFF2-40B4-BE49-F238E27FC236}">
                <a16:creationId xmlns:a16="http://schemas.microsoft.com/office/drawing/2014/main" id="{133F95ED-DA09-8A58-45B1-9A9C6DEFE2EE}"/>
              </a:ext>
            </a:extLst>
          </p:cNvPr>
          <p:cNvCxnSpPr>
            <a:cxnSpLocks/>
          </p:cNvCxnSpPr>
          <p:nvPr userDrawn="1"/>
        </p:nvCxnSpPr>
        <p:spPr>
          <a:xfrm>
            <a:off x="457199" y="1010962"/>
            <a:ext cx="8213726"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552006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 Id="rId36"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Relationship Id="rId15" Type="http://schemas.openxmlformats.org/officeDocument/2006/relationships/slideLayout" Target="../slideLayouts/slideLayout49.xml"/><Relationship Id="rId16" Type="http://schemas.openxmlformats.org/officeDocument/2006/relationships/slideLayout" Target="../slideLayouts/slideLayout50.xml"/><Relationship Id="rId17" Type="http://schemas.openxmlformats.org/officeDocument/2006/relationships/slideLayout" Target="../slideLayouts/slideLayout51.xml"/><Relationship Id="rId18" Type="http://schemas.openxmlformats.org/officeDocument/2006/relationships/slideLayout" Target="../slideLayouts/slideLayout52.xml"/><Relationship Id="rId19" Type="http://schemas.openxmlformats.org/officeDocument/2006/relationships/slideLayout" Target="../slideLayouts/slideLayout53.xml"/><Relationship Id="rId20" Type="http://schemas.openxmlformats.org/officeDocument/2006/relationships/slideLayout" Target="../slideLayouts/slideLayout54.xml"/><Relationship Id="rId21" Type="http://schemas.openxmlformats.org/officeDocument/2006/relationships/slideLayout" Target="../slideLayouts/slideLayout55.xml"/><Relationship Id="rId22" Type="http://schemas.openxmlformats.org/officeDocument/2006/relationships/slideLayout" Target="../slideLayouts/slideLayout56.xml"/><Relationship Id="rId23" Type="http://schemas.openxmlformats.org/officeDocument/2006/relationships/theme" Target="../theme/theme2.xml"/><Relationship Id="rId24"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292608"/>
            <a:ext cx="7699733" cy="409067"/>
          </a:xfrm>
          <a:prstGeom prst="rect">
            <a:avLst/>
          </a:prstGeom>
        </p:spPr>
        <p:txBody>
          <a:bodyPr vert="horz" wrap="square" lIns="0" tIns="0" rIns="0" bIns="0" rtlCol="0" anchor="t" anchorCtr="0">
            <a:noAutofit/>
          </a:bodyPr>
          <a:lstStyle/>
          <a:p>
            <a:r>
              <a:rPr lang="en-US" dirty="0"/>
              <a:t>1-line headline</a:t>
            </a:r>
          </a:p>
        </p:txBody>
      </p:sp>
      <p:sp>
        <p:nvSpPr>
          <p:cNvPr id="6" name="Slide Number Placeholder 5"/>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3" name="Text Placeholder 2">
            <a:extLst>
              <a:ext uri="{FF2B5EF4-FFF2-40B4-BE49-F238E27FC236}">
                <a16:creationId xmlns:a16="http://schemas.microsoft.com/office/drawing/2014/main" id="{D459B281-EFD0-4B30-BBE0-79F083E45852}"/>
              </a:ext>
            </a:extLst>
          </p:cNvPr>
          <p:cNvSpPr>
            <a:spLocks noGrp="1"/>
          </p:cNvSpPr>
          <p:nvPr>
            <p:ph type="body" idx="1"/>
          </p:nvPr>
        </p:nvSpPr>
        <p:spPr>
          <a:xfrm>
            <a:off x="457198" y="914400"/>
            <a:ext cx="7871605" cy="366601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EFACAFB7-FD1D-E7BB-AF0F-2067B2D0DE48}"/>
              </a:ext>
            </a:extLst>
          </p:cNvPr>
          <p:cNvCxnSpPr>
            <a:cxnSpLocks/>
          </p:cNvCxnSpPr>
          <p:nvPr userDrawn="1"/>
        </p:nvCxnSpPr>
        <p:spPr>
          <a:xfrm>
            <a:off x="457199" y="699391"/>
            <a:ext cx="8219441"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247C5CE2-C9A7-9816-8B7D-EBFDFC862F5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8238744" y="91440"/>
            <a:ext cx="933424" cy="339427"/>
          </a:xfrm>
          <a:prstGeom prst="rect">
            <a:avLst/>
          </a:prstGeom>
        </p:spPr>
      </p:pic>
    </p:spTree>
    <p:extLst>
      <p:ext uri="{BB962C8B-B14F-4D97-AF65-F5344CB8AC3E}">
        <p14:creationId xmlns:p14="http://schemas.microsoft.com/office/powerpoint/2010/main" val="935434634"/>
      </p:ext>
    </p:extLst>
  </p:cSld>
  <p:clrMap bg1="lt1" tx1="dk1" bg2="lt2" tx2="dk2" accent1="accent1" accent2="accent2" accent3="accent3" accent4="accent4" accent5="accent5" accent6="accent6" hlink="hlink" folHlink="folHlink"/>
  <p:sldLayoutIdLst>
    <p:sldLayoutId id="2147483728" r:id="rId1"/>
    <p:sldLayoutId id="2147483770" r:id="rId2"/>
    <p:sldLayoutId id="2147483792" r:id="rId3"/>
    <p:sldLayoutId id="2147483793" r:id="rId4"/>
    <p:sldLayoutId id="2147483806" r:id="rId5"/>
    <p:sldLayoutId id="2147483696" r:id="rId6"/>
    <p:sldLayoutId id="2147483774" r:id="rId7"/>
    <p:sldLayoutId id="2147483659" r:id="rId8"/>
    <p:sldLayoutId id="2147483771" r:id="rId9"/>
    <p:sldLayoutId id="2147483810" r:id="rId10"/>
    <p:sldLayoutId id="2147483698" r:id="rId11"/>
    <p:sldLayoutId id="2147483713" r:id="rId12"/>
    <p:sldLayoutId id="2147483727" r:id="rId13"/>
    <p:sldLayoutId id="2147483693" r:id="rId14"/>
    <p:sldLayoutId id="2147483697" r:id="rId15"/>
    <p:sldLayoutId id="2147483706" r:id="rId16"/>
    <p:sldLayoutId id="2147483707" r:id="rId17"/>
    <p:sldLayoutId id="2147483800" r:id="rId18"/>
    <p:sldLayoutId id="2147483654" r:id="rId19"/>
    <p:sldLayoutId id="2147483652" r:id="rId20"/>
    <p:sldLayoutId id="2147483658" r:id="rId21"/>
    <p:sldLayoutId id="2147483663" r:id="rId22"/>
    <p:sldLayoutId id="2147483664" r:id="rId23"/>
    <p:sldLayoutId id="2147483651" r:id="rId24"/>
    <p:sldLayoutId id="2147483791" r:id="rId25"/>
    <p:sldLayoutId id="2147483666" r:id="rId26"/>
    <p:sldLayoutId id="2147483794" r:id="rId27"/>
    <p:sldLayoutId id="2147483795" r:id="rId28"/>
    <p:sldLayoutId id="2147483796" r:id="rId29"/>
    <p:sldLayoutId id="2147483797" r:id="rId30"/>
    <p:sldLayoutId id="2147483798" r:id="rId31"/>
    <p:sldLayoutId id="2147483799" r:id="rId32"/>
    <p:sldLayoutId id="2147483694" r:id="rId33"/>
    <p:sldLayoutId id="2147483724" r:id="rId34"/>
  </p:sldLayoutIdLst>
  <p:hf hdr="0" ftr="0"/>
  <p:txStyles>
    <p:titleStyle>
      <a:lvl1pPr algn="l" defTabSz="914400" rtl="0" eaLnBrk="1" latinLnBrk="0" hangingPunct="1">
        <a:lnSpc>
          <a:spcPct val="85000"/>
        </a:lnSpc>
        <a:spcBef>
          <a:spcPct val="0"/>
        </a:spcBef>
        <a:buNone/>
        <a:defRPr sz="2600" b="0" kern="1200" spc="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200"/>
        </a:spcBef>
        <a:spcAft>
          <a:spcPts val="1200"/>
        </a:spcAft>
        <a:buFont typeface="Arial" panose="020B0604020202020204" pitchFamily="34" charset="0"/>
        <a:buNone/>
        <a:defRPr sz="2000" b="1" i="0" kern="1200">
          <a:solidFill>
            <a:schemeClr val="accent1"/>
          </a:solidFill>
          <a:latin typeface="Arial" panose="020B0604020202020204" pitchFamily="34" charset="0"/>
          <a:ea typeface="+mn-ea"/>
          <a:cs typeface="Arial" panose="020B0604020202020204" pitchFamily="34" charset="0"/>
        </a:defRPr>
      </a:lvl1pPr>
      <a:lvl2pPr marL="171450" indent="-171450" algn="l" defTabSz="914400" rtl="0" eaLnBrk="1" latinLnBrk="0" hangingPunct="1">
        <a:lnSpc>
          <a:spcPct val="100000"/>
        </a:lnSpc>
        <a:spcBef>
          <a:spcPts val="0"/>
        </a:spcBef>
        <a:buClr>
          <a:schemeClr val="accent1"/>
        </a:buClr>
        <a:buSzPct val="100000"/>
        <a:buFont typeface="Wingdings" pitchFamily="2" charset="2"/>
        <a:buChar char="§"/>
        <a:tabLst/>
        <a:defRPr sz="1800" b="0" kern="1200">
          <a:solidFill>
            <a:schemeClr val="tx1"/>
          </a:solidFill>
          <a:latin typeface="+mn-lt"/>
          <a:ea typeface="+mn-ea"/>
          <a:cs typeface="+mn-cs"/>
        </a:defRPr>
      </a:lvl2pPr>
      <a:lvl3pPr marL="519113" indent="-176213" algn="l" defTabSz="914400" rtl="0" eaLnBrk="1" latinLnBrk="0" hangingPunct="1">
        <a:lnSpc>
          <a:spcPct val="100000"/>
        </a:lnSpc>
        <a:spcBef>
          <a:spcPts val="200"/>
        </a:spcBef>
        <a:buClr>
          <a:schemeClr val="accent1"/>
        </a:buClr>
        <a:buSzPct val="100000"/>
        <a:buFont typeface="Wingdings" pitchFamily="2" charset="2"/>
        <a:buChar char="§"/>
        <a:tabLst/>
        <a:defRPr sz="1600" kern="1200">
          <a:solidFill>
            <a:schemeClr val="tx1"/>
          </a:solidFill>
          <a:latin typeface="+mn-lt"/>
          <a:ea typeface="+mn-ea"/>
          <a:cs typeface="+mn-cs"/>
        </a:defRPr>
      </a:lvl3pPr>
      <a:lvl4pPr marL="1009650" indent="-149225" algn="l" defTabSz="914400" rtl="0" eaLnBrk="1" latinLnBrk="0" hangingPunct="1">
        <a:lnSpc>
          <a:spcPct val="100000"/>
        </a:lnSpc>
        <a:spcBef>
          <a:spcPts val="200"/>
        </a:spcBef>
        <a:buClr>
          <a:schemeClr val="accent1"/>
        </a:buClr>
        <a:buSzPct val="100000"/>
        <a:buFont typeface="Wingdings" pitchFamily="2" charset="2"/>
        <a:buChar char="§"/>
        <a:tabLst/>
        <a:defRPr sz="1200" kern="1200">
          <a:solidFill>
            <a:schemeClr val="tx1"/>
          </a:solidFill>
          <a:latin typeface="+mn-lt"/>
          <a:ea typeface="+mn-ea"/>
          <a:cs typeface="+mn-cs"/>
        </a:defRPr>
      </a:lvl4pPr>
      <a:lvl5pPr marL="1301750" indent="-158750" algn="l" defTabSz="914400" rtl="0" eaLnBrk="1" latinLnBrk="0" hangingPunct="1">
        <a:lnSpc>
          <a:spcPct val="100000"/>
        </a:lnSpc>
        <a:spcBef>
          <a:spcPts val="200"/>
        </a:spcBef>
        <a:buClr>
          <a:schemeClr val="accent1"/>
        </a:buClr>
        <a:buSzPct val="100000"/>
        <a:buFont typeface="Wingdings" pitchFamily="2" charset="2"/>
        <a:buChar char="§"/>
        <a:tabLst/>
        <a:defRPr sz="1200" kern="1200">
          <a:solidFill>
            <a:schemeClr val="tx1"/>
          </a:solidFill>
          <a:latin typeface="+mn-lt"/>
          <a:ea typeface="+mn-ea"/>
          <a:cs typeface="+mn-cs"/>
        </a:defRPr>
      </a:lvl5pPr>
      <a:lvl6pPr marL="1638300" indent="-149225" algn="l" defTabSz="914400" rtl="0" eaLnBrk="1" latinLnBrk="0" hangingPunct="1">
        <a:spcBef>
          <a:spcPct val="20000"/>
        </a:spcBef>
        <a:buClr>
          <a:schemeClr val="accent1"/>
        </a:buClr>
        <a:buSzPct val="100000"/>
        <a:buFont typeface="Wingdings" pitchFamily="2" charset="2"/>
        <a:buChar char="§"/>
        <a:tabLst/>
        <a:defRPr sz="11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2" userDrawn="1">
          <p15:clr>
            <a:srgbClr val="F26B43"/>
          </p15:clr>
        </p15:guide>
        <p15:guide id="2" pos="5472" userDrawn="1">
          <p15:clr>
            <a:srgbClr val="F26B43"/>
          </p15:clr>
        </p15:guide>
        <p15:guide id="3" pos="288" userDrawn="1">
          <p15:clr>
            <a:srgbClr val="F26B43"/>
          </p15:clr>
        </p15:guide>
        <p15:guide id="4" orient="horz" pos="732" userDrawn="1">
          <p15:clr>
            <a:srgbClr val="F26B43"/>
          </p15:clr>
        </p15:guide>
        <p15:guide id="6" orient="horz" pos="34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292608"/>
            <a:ext cx="7711845" cy="719328"/>
          </a:xfrm>
          <a:prstGeom prst="rect">
            <a:avLst/>
          </a:prstGeom>
        </p:spPr>
        <p:txBody>
          <a:bodyPr vert="horz" wrap="square" lIns="0" tIns="0" rIns="0" bIns="0" rtlCol="0" anchor="t" anchorCtr="0">
            <a:noAutofit/>
          </a:bodyPr>
          <a:lstStyle/>
          <a:p>
            <a:r>
              <a:rPr lang="en-US" dirty="0"/>
              <a:t>2-line headline</a:t>
            </a:r>
          </a:p>
        </p:txBody>
      </p:sp>
      <p:sp>
        <p:nvSpPr>
          <p:cNvPr id="6" name="Slide Number Placeholder 5"/>
          <p:cNvSpPr>
            <a:spLocks noGrp="1"/>
          </p:cNvSpPr>
          <p:nvPr>
            <p:ph type="sldNum" sz="quarter" idx="4"/>
          </p:nvPr>
        </p:nvSpPr>
        <p:spPr>
          <a:xfrm>
            <a:off x="140861" y="4890957"/>
            <a:ext cx="246888" cy="122585"/>
          </a:xfrm>
          <a:prstGeom prst="rect">
            <a:avLst/>
          </a:prstGeom>
        </p:spPr>
        <p:txBody>
          <a:bodyPr vert="horz" lIns="0" tIns="0" rIns="0" bIns="0" rtlCol="0" anchor="t" anchorCtr="0">
            <a:noAutofit/>
          </a:bodyPr>
          <a:lstStyle>
            <a:lvl1pPr algn="l">
              <a:defRPr sz="800">
                <a:solidFill>
                  <a:schemeClr val="accent5"/>
                </a:solidFill>
              </a:defRPr>
            </a:lvl1pPr>
          </a:lstStyle>
          <a:p>
            <a:fld id="{EF03F2D8-09E8-4F65-B5E4-919B7BA10877}" type="slidenum">
              <a:rPr lang="en-US" smtClean="0"/>
              <a:pPr/>
              <a:t>‹#›</a:t>
            </a:fld>
            <a:endParaRPr lang="en-US" dirty="0"/>
          </a:p>
        </p:txBody>
      </p:sp>
      <p:sp>
        <p:nvSpPr>
          <p:cNvPr id="8" name="Text Placeholder 2">
            <a:extLst>
              <a:ext uri="{FF2B5EF4-FFF2-40B4-BE49-F238E27FC236}">
                <a16:creationId xmlns:a16="http://schemas.microsoft.com/office/drawing/2014/main" id="{1A88E5E2-C058-368D-B13C-CDA00642E871}"/>
              </a:ext>
            </a:extLst>
          </p:cNvPr>
          <p:cNvSpPr>
            <a:spLocks noGrp="1"/>
          </p:cNvSpPr>
          <p:nvPr>
            <p:ph type="body" idx="1"/>
          </p:nvPr>
        </p:nvSpPr>
        <p:spPr>
          <a:xfrm>
            <a:off x="457198" y="1261872"/>
            <a:ext cx="8229600" cy="3355848"/>
          </a:xfrm>
          <a:prstGeom prst="rect">
            <a:avLst/>
          </a:prstGeom>
        </p:spPr>
        <p:txBody>
          <a:bodyPr vert="horz" lIns="0" tIns="0" rIns="0" bIns="0" rtlCol="0">
            <a:noAutofit/>
          </a:bodyPr>
          <a:lstStyle/>
          <a:p>
            <a:r>
              <a:rPr lang="en-US" dirty="0"/>
              <a:t>Subhead goes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cxnSp>
        <p:nvCxnSpPr>
          <p:cNvPr id="3" name="Straight Connector 2">
            <a:extLst>
              <a:ext uri="{FF2B5EF4-FFF2-40B4-BE49-F238E27FC236}">
                <a16:creationId xmlns:a16="http://schemas.microsoft.com/office/drawing/2014/main" id="{C2775162-C642-47AF-0B8C-FB9B5119391B}"/>
              </a:ext>
            </a:extLst>
          </p:cNvPr>
          <p:cNvCxnSpPr>
            <a:cxnSpLocks/>
          </p:cNvCxnSpPr>
          <p:nvPr userDrawn="1"/>
        </p:nvCxnSpPr>
        <p:spPr>
          <a:xfrm>
            <a:off x="457199" y="1010962"/>
            <a:ext cx="8213726" cy="0"/>
          </a:xfrm>
          <a:prstGeom prst="line">
            <a:avLst/>
          </a:prstGeom>
          <a:ln w="6350">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CE470401-9367-FBD9-7FBF-82C4C68664F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238744" y="91440"/>
            <a:ext cx="933424" cy="339427"/>
          </a:xfrm>
          <a:prstGeom prst="rect">
            <a:avLst/>
          </a:prstGeom>
        </p:spPr>
      </p:pic>
    </p:spTree>
    <p:extLst>
      <p:ext uri="{BB962C8B-B14F-4D97-AF65-F5344CB8AC3E}">
        <p14:creationId xmlns:p14="http://schemas.microsoft.com/office/powerpoint/2010/main" val="1085771139"/>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1" r:id="rId3"/>
    <p:sldLayoutId id="2147483812" r:id="rId4"/>
    <p:sldLayoutId id="2147483801" r:id="rId5"/>
    <p:sldLayoutId id="2147483731" r:id="rId6"/>
    <p:sldLayoutId id="2147483802" r:id="rId7"/>
    <p:sldLayoutId id="2147483803" r:id="rId8"/>
    <p:sldLayoutId id="2147483807" r:id="rId9"/>
    <p:sldLayoutId id="2147483733" r:id="rId10"/>
    <p:sldLayoutId id="2147483734" r:id="rId11"/>
    <p:sldLayoutId id="2147483735" r:id="rId12"/>
    <p:sldLayoutId id="2147483736" r:id="rId13"/>
    <p:sldLayoutId id="2147483737"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Lst>
  <p:hf hdr="0" ftr="0"/>
  <p:txStyles>
    <p:titleStyle>
      <a:lvl1pPr algn="l" defTabSz="914400" rtl="0" eaLnBrk="1" latinLnBrk="0" hangingPunct="1">
        <a:lnSpc>
          <a:spcPct val="85000"/>
        </a:lnSpc>
        <a:spcBef>
          <a:spcPct val="0"/>
        </a:spcBef>
        <a:buNone/>
        <a:defRPr sz="2600" b="0" kern="1200" spc="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200"/>
        </a:spcBef>
        <a:spcAft>
          <a:spcPts val="1200"/>
        </a:spcAft>
        <a:buFont typeface="Arial" panose="020B0604020202020204" pitchFamily="34" charset="0"/>
        <a:buNone/>
        <a:defRPr sz="2000" b="1" i="0" kern="1200">
          <a:solidFill>
            <a:schemeClr val="accent1"/>
          </a:solidFill>
          <a:latin typeface="Arial" panose="020B0604020202020204" pitchFamily="34" charset="0"/>
          <a:ea typeface="+mn-ea"/>
          <a:cs typeface="Arial" panose="020B0604020202020204" pitchFamily="34" charset="0"/>
        </a:defRPr>
      </a:lvl1pPr>
      <a:lvl2pPr marL="171450" indent="-171450" algn="l" defTabSz="914400" rtl="0" eaLnBrk="1" latinLnBrk="0" hangingPunct="1">
        <a:lnSpc>
          <a:spcPct val="100000"/>
        </a:lnSpc>
        <a:spcBef>
          <a:spcPts val="0"/>
        </a:spcBef>
        <a:buClr>
          <a:schemeClr val="accent1"/>
        </a:buClr>
        <a:buSzPct val="100000"/>
        <a:buFont typeface="Wingdings" pitchFamily="2" charset="2"/>
        <a:buChar char="§"/>
        <a:tabLst/>
        <a:defRPr sz="1800" b="0" kern="1200">
          <a:solidFill>
            <a:schemeClr val="tx1"/>
          </a:solidFill>
          <a:latin typeface="+mn-lt"/>
          <a:ea typeface="+mn-ea"/>
          <a:cs typeface="+mn-cs"/>
        </a:defRPr>
      </a:lvl2pPr>
      <a:lvl3pPr marL="519113" indent="-176213" algn="l" defTabSz="914400" rtl="0" eaLnBrk="1" latinLnBrk="0" hangingPunct="1">
        <a:lnSpc>
          <a:spcPct val="100000"/>
        </a:lnSpc>
        <a:spcBef>
          <a:spcPts val="200"/>
        </a:spcBef>
        <a:buClr>
          <a:schemeClr val="accent1"/>
        </a:buClr>
        <a:buSzPct val="100000"/>
        <a:buFont typeface="Wingdings" pitchFamily="2" charset="2"/>
        <a:buChar char="§"/>
        <a:tabLst/>
        <a:defRPr sz="1600" b="0" kern="1200">
          <a:solidFill>
            <a:schemeClr val="tx1"/>
          </a:solidFill>
          <a:latin typeface="+mn-lt"/>
          <a:ea typeface="+mn-ea"/>
          <a:cs typeface="+mn-cs"/>
        </a:defRPr>
      </a:lvl3pPr>
      <a:lvl4pPr marL="1009650" indent="-147638" algn="l" defTabSz="914400" rtl="0" eaLnBrk="1" latinLnBrk="0" hangingPunct="1">
        <a:lnSpc>
          <a:spcPct val="100000"/>
        </a:lnSpc>
        <a:spcBef>
          <a:spcPts val="200"/>
        </a:spcBef>
        <a:buClr>
          <a:schemeClr val="accent1"/>
        </a:buClr>
        <a:buSzPct val="100000"/>
        <a:buFont typeface="Wingdings" pitchFamily="2" charset="2"/>
        <a:buChar char="§"/>
        <a:tabLst/>
        <a:defRPr sz="1200" b="0" kern="1200">
          <a:solidFill>
            <a:schemeClr val="tx1"/>
          </a:solidFill>
          <a:latin typeface="+mn-lt"/>
          <a:ea typeface="+mn-ea"/>
          <a:cs typeface="+mn-cs"/>
        </a:defRPr>
      </a:lvl4pPr>
      <a:lvl5pPr marL="1282700" indent="-139700" algn="l" defTabSz="914400" rtl="0" eaLnBrk="1" latinLnBrk="0" hangingPunct="1">
        <a:lnSpc>
          <a:spcPct val="100000"/>
        </a:lnSpc>
        <a:spcBef>
          <a:spcPts val="200"/>
        </a:spcBef>
        <a:buClr>
          <a:schemeClr val="accent1"/>
        </a:buClr>
        <a:buSzPct val="100000"/>
        <a:buFont typeface="Wingdings" pitchFamily="2" charset="2"/>
        <a:buChar char="§"/>
        <a:tabLst/>
        <a:defRPr sz="1200" b="0" kern="1200">
          <a:solidFill>
            <a:schemeClr val="tx1"/>
          </a:solidFill>
          <a:latin typeface="+mn-lt"/>
          <a:ea typeface="+mn-ea"/>
          <a:cs typeface="+mn-cs"/>
        </a:defRPr>
      </a:lvl5pPr>
      <a:lvl6pPr marL="1660525" indent="-119063" algn="l" defTabSz="914400" rtl="0" eaLnBrk="1" latinLnBrk="0" hangingPunct="1">
        <a:spcBef>
          <a:spcPct val="20000"/>
        </a:spcBef>
        <a:buClr>
          <a:schemeClr val="accent1"/>
        </a:buClr>
        <a:buSzPct val="100000"/>
        <a:buFont typeface="Wingdings" pitchFamily="2" charset="2"/>
        <a:buChar char="§"/>
        <a:tabLst/>
        <a:defRPr sz="1100" b="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48" userDrawn="1">
          <p15:clr>
            <a:srgbClr val="F26B43"/>
          </p15:clr>
        </p15:guide>
        <p15:guide id="2" pos="5472" userDrawn="1">
          <p15:clr>
            <a:srgbClr val="F26B43"/>
          </p15:clr>
        </p15:guide>
        <p15:guide id="3" pos="288" userDrawn="1">
          <p15:clr>
            <a:srgbClr val="F26B43"/>
          </p15:clr>
        </p15:guide>
        <p15:guide id="4" orient="horz" pos="9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p:txBody>
          <a:bodyPr/>
          <a:lstStyle/>
          <a:p>
            <a:r>
              <a:t>Hands-on workshop: vision AI on the EK-RA8P1 with /IOTCONNECT</a:t>
            </a:r>
          </a:p>
        </p:txBody>
      </p:sp>
      <p:sp>
        <p:nvSpPr>
          <p:cNvPr id="4" name="Title 3"/>
          <p:cNvSpPr>
            <a:spLocks noGrp="1"/>
          </p:cNvSpPr>
          <p:nvPr>
            <p:ph type="title"/>
          </p:nvPr>
        </p:nvSpPr>
        <p:spPr/>
        <p:txBody>
          <a:bodyPr/>
          <a:lstStyle/>
          <a:p>
            <a:r>
              <a:t>Push an AI model to a microcontroller from the cloud, in seconds</a:t>
            </a:r>
          </a:p>
        </p:txBody>
      </p:sp>
      <p:sp>
        <p:nvSpPr>
          <p:cNvPr id="5" name="Text Placeholder 4"/>
          <p:cNvSpPr>
            <a:spLocks noGrp="1"/>
          </p:cNvSpPr>
          <p:nvPr>
            <p:ph type="body" idx="12" sz="quarter"/>
          </p:nvPr>
        </p:nvSpPr>
        <p:spPr/>
        <p:txBody>
          <a:bodyPr/>
          <a:lstStyle/>
          <a:p>
            <a:r>
              <a:t>2 h 30 min hands-on  |  Presenter Name, 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What you will do today</a:t>
            </a:r>
          </a:p>
        </p:txBody>
      </p:sp>
      <p:sp>
        <p:nvSpPr>
          <p:cNvPr id="9000" name="Slide Number Placeholder"/>
          <p:cNvSpPr>
            <a:spLocks noGrp="1"/>
          </p:cNvSpPr>
          <p:nvPr>
            <p:ph type="sldNum" sz="quarter" idx="4"/>
          </p:nvPr>
        </p:nvSpPr>
        <p:spPr/>
        <p:txBody>
          <a:bodyPr/>
          <a:lstStyle/>
          <a:p>
            <a:fld id="{B78BE4A5-6F0D-4801-91D7-2D7CB1AE2230}" type="slidenum">
              <a:rPr lang="en-US"/>
              <a:t>1</a:t>
            </a:fld>
          </a:p>
        </p:txBody>
      </p:sp>
      <p:sp>
        <p:nvSpPr>
          <p:cNvPr id="9001" name="Rectangle 9000"/>
          <p:cNvSpPr/>
          <p:nvPr/>
        </p:nvSpPr>
        <p:spPr>
          <a:xfrm>
            <a:off x="457200" y="1005840"/>
            <a:ext cx="2590800" cy="21488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621792" y="1143000"/>
            <a:ext cx="2261616"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CONNECT</a:t>
            </a:r>
          </a:p>
        </p:txBody>
      </p:sp>
      <p:sp>
        <p:nvSpPr>
          <p:cNvPr id="9003" name="TextBox 9002"/>
          <p:cNvSpPr txBox="1"/>
          <p:nvPr/>
        </p:nvSpPr>
        <p:spPr>
          <a:xfrm>
            <a:off x="621792" y="1389888"/>
            <a:ext cx="2261616" cy="457200"/>
          </a:xfrm>
          <a:prstGeom prst="rect">
            <a:avLst/>
          </a:prstGeom>
          <a:noFill/>
        </p:spPr>
        <p:txBody>
          <a:bodyPr wrap="square" anchor="t" lIns="0" rIns="0" tIns="0" bIns="0">
            <a:spAutoFit/>
          </a:bodyPr>
          <a:lstStyle/>
          <a:p>
            <a:pPr algn="l">
              <a:lnSpc>
                <a:spcPct val="100000"/>
              </a:lnSpc>
              <a:spcAft>
                <a:spcPts val="0"/>
              </a:spcAft>
            </a:pPr>
            <a:r>
              <a:rPr sz="1800" b="1" i="0">
                <a:solidFill>
                  <a:srgbClr val="000000"/>
                </a:solidFill>
                <a:latin typeface="Arial"/>
              </a:rPr>
              <a:t>Make a board yours</a:t>
            </a:r>
          </a:p>
        </p:txBody>
      </p:sp>
      <p:sp>
        <p:nvSpPr>
          <p:cNvPr id="9004" name="TextBox 9003"/>
          <p:cNvSpPr txBox="1"/>
          <p:nvPr/>
        </p:nvSpPr>
        <p:spPr>
          <a:xfrm>
            <a:off x="621792" y="1938528"/>
            <a:ext cx="2261616" cy="1143000"/>
          </a:xfrm>
          <a:prstGeom prst="rect">
            <a:avLst/>
          </a:prstGeom>
          <a:noFill/>
        </p:spPr>
        <p:txBody>
          <a:bodyPr wrap="square" anchor="t" lIns="0" rIns="0" tIns="0" bIns="0">
            <a:spAutoFit/>
          </a:bodyPr>
          <a:lstStyle/>
          <a:p>
            <a:pPr algn="l">
              <a:lnSpc>
                <a:spcPct val="115000"/>
              </a:lnSpc>
              <a:spcAft>
                <a:spcPts val="0"/>
              </a:spcAft>
            </a:pPr>
            <a:r>
              <a:rPr sz="1150" b="0" i="0">
                <a:solidFill>
                  <a:srgbClr val="5F6369"/>
                </a:solidFill>
                <a:latin typeface="Arial"/>
              </a:rPr>
              <a:t>Provision an EK-RA8P1 over its serial console and watch it appear in /IOTCONNECT with live telemetry.</a:t>
            </a:r>
          </a:p>
        </p:txBody>
      </p:sp>
      <p:sp>
        <p:nvSpPr>
          <p:cNvPr id="9005" name="Rectangle 9004"/>
          <p:cNvSpPr/>
          <p:nvPr/>
        </p:nvSpPr>
        <p:spPr>
          <a:xfrm>
            <a:off x="3276600" y="1005840"/>
            <a:ext cx="2590800" cy="21488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6" name="TextBox 9005"/>
          <p:cNvSpPr txBox="1"/>
          <p:nvPr/>
        </p:nvSpPr>
        <p:spPr>
          <a:xfrm>
            <a:off x="3441192" y="1143000"/>
            <a:ext cx="2261616"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PUSH</a:t>
            </a:r>
          </a:p>
        </p:txBody>
      </p:sp>
      <p:sp>
        <p:nvSpPr>
          <p:cNvPr id="9007" name="TextBox 9006"/>
          <p:cNvSpPr txBox="1"/>
          <p:nvPr/>
        </p:nvSpPr>
        <p:spPr>
          <a:xfrm>
            <a:off x="3441192" y="1389888"/>
            <a:ext cx="2261616" cy="457200"/>
          </a:xfrm>
          <a:prstGeom prst="rect">
            <a:avLst/>
          </a:prstGeom>
          <a:noFill/>
        </p:spPr>
        <p:txBody>
          <a:bodyPr wrap="square" anchor="t" lIns="0" rIns="0" tIns="0" bIns="0">
            <a:spAutoFit/>
          </a:bodyPr>
          <a:lstStyle/>
          <a:p>
            <a:pPr algn="l">
              <a:lnSpc>
                <a:spcPct val="100000"/>
              </a:lnSpc>
              <a:spcAft>
                <a:spcPts val="0"/>
              </a:spcAft>
            </a:pPr>
            <a:r>
              <a:rPr sz="1800" b="1" i="0">
                <a:solidFill>
                  <a:srgbClr val="000000"/>
                </a:solidFill>
                <a:latin typeface="Arial"/>
              </a:rPr>
              <a:t>Change what it does</a:t>
            </a:r>
          </a:p>
        </p:txBody>
      </p:sp>
      <p:sp>
        <p:nvSpPr>
          <p:cNvPr id="9008" name="TextBox 9007"/>
          <p:cNvSpPr txBox="1"/>
          <p:nvPr/>
        </p:nvSpPr>
        <p:spPr>
          <a:xfrm>
            <a:off x="3441192" y="1938528"/>
            <a:ext cx="2261616" cy="1143000"/>
          </a:xfrm>
          <a:prstGeom prst="rect">
            <a:avLst/>
          </a:prstGeom>
          <a:noFill/>
        </p:spPr>
        <p:txBody>
          <a:bodyPr wrap="square" anchor="t" lIns="0" rIns="0" tIns="0" bIns="0">
            <a:spAutoFit/>
          </a:bodyPr>
          <a:lstStyle/>
          <a:p>
            <a:pPr algn="l">
              <a:lnSpc>
                <a:spcPct val="115000"/>
              </a:lnSpc>
              <a:spcAft>
                <a:spcPts val="0"/>
              </a:spcAft>
            </a:pPr>
            <a:r>
              <a:rPr sz="1150" b="0" i="0">
                <a:solidFill>
                  <a:srgbClr val="5F6369"/>
                </a:solidFill>
                <a:latin typeface="Arial"/>
              </a:rPr>
              <a:t>Deploy three different AI models from the cloud: a face detector, a 1000-class classifier, an occupancy sensor.</a:t>
            </a:r>
          </a:p>
        </p:txBody>
      </p:sp>
      <p:sp>
        <p:nvSpPr>
          <p:cNvPr id="9009" name="Rectangle 9008"/>
          <p:cNvSpPr/>
          <p:nvPr/>
        </p:nvSpPr>
        <p:spPr>
          <a:xfrm>
            <a:off x="6096000" y="1005840"/>
            <a:ext cx="2590800" cy="21488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0" name="TextBox 9009"/>
          <p:cNvSpPr txBox="1"/>
          <p:nvPr/>
        </p:nvSpPr>
        <p:spPr>
          <a:xfrm>
            <a:off x="6260592" y="1143000"/>
            <a:ext cx="2261616"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PROVE</a:t>
            </a:r>
          </a:p>
        </p:txBody>
      </p:sp>
      <p:sp>
        <p:nvSpPr>
          <p:cNvPr id="9011" name="TextBox 9010"/>
          <p:cNvSpPr txBox="1"/>
          <p:nvPr/>
        </p:nvSpPr>
        <p:spPr>
          <a:xfrm>
            <a:off x="6260592" y="1389888"/>
            <a:ext cx="2261616" cy="457200"/>
          </a:xfrm>
          <a:prstGeom prst="rect">
            <a:avLst/>
          </a:prstGeom>
          <a:noFill/>
        </p:spPr>
        <p:txBody>
          <a:bodyPr wrap="square" anchor="t" lIns="0" rIns="0" tIns="0" bIns="0">
            <a:spAutoFit/>
          </a:bodyPr>
          <a:lstStyle/>
          <a:p>
            <a:pPr algn="l">
              <a:lnSpc>
                <a:spcPct val="100000"/>
              </a:lnSpc>
              <a:spcAft>
                <a:spcPts val="0"/>
              </a:spcAft>
            </a:pPr>
            <a:r>
              <a:rPr sz="1800" b="1" i="0">
                <a:solidFill>
                  <a:srgbClr val="000000"/>
                </a:solidFill>
                <a:latin typeface="Arial"/>
              </a:rPr>
              <a:t>Nothing rebooted</a:t>
            </a:r>
          </a:p>
        </p:txBody>
      </p:sp>
      <p:sp>
        <p:nvSpPr>
          <p:cNvPr id="9012" name="TextBox 9011"/>
          <p:cNvSpPr txBox="1"/>
          <p:nvPr/>
        </p:nvSpPr>
        <p:spPr>
          <a:xfrm>
            <a:off x="6260592" y="1938528"/>
            <a:ext cx="2261616" cy="1143000"/>
          </a:xfrm>
          <a:prstGeom prst="rect">
            <a:avLst/>
          </a:prstGeom>
          <a:noFill/>
        </p:spPr>
        <p:txBody>
          <a:bodyPr wrap="square" anchor="t" lIns="0" rIns="0" tIns="0" bIns="0">
            <a:spAutoFit/>
          </a:bodyPr>
          <a:lstStyle/>
          <a:p>
            <a:pPr algn="l">
              <a:lnSpc>
                <a:spcPct val="115000"/>
              </a:lnSpc>
              <a:spcAft>
                <a:spcPts val="0"/>
              </a:spcAft>
            </a:pPr>
            <a:r>
              <a:rPr sz="1150" b="0" i="0">
                <a:solidFill>
                  <a:srgbClr val="5F6369"/>
                </a:solidFill>
                <a:latin typeface="Arial"/>
              </a:rPr>
              <a:t>Watch uptime keep counting through every swap, then pull the power and see the model come back from flash.</a:t>
            </a:r>
          </a:p>
        </p:txBody>
      </p:sp>
      <p:sp>
        <p:nvSpPr>
          <p:cNvPr id="9013" name="Rectangle 9012"/>
          <p:cNvSpPr/>
          <p:nvPr/>
        </p:nvSpPr>
        <p:spPr>
          <a:xfrm>
            <a:off x="475488" y="3429000"/>
            <a:ext cx="1060704"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4" name="TextBox 9013"/>
          <p:cNvSpPr txBox="1"/>
          <p:nvPr/>
        </p:nvSpPr>
        <p:spPr>
          <a:xfrm>
            <a:off x="475488" y="3429000"/>
            <a:ext cx="1060704" cy="457200"/>
          </a:xfrm>
          <a:prstGeom prst="rect">
            <a:avLst/>
          </a:prstGeom>
          <a:noFill/>
        </p:spPr>
        <p:txBody>
          <a:bodyPr wrap="square" anchor="ctr" lIns="0" rIns="0" tIns="0" bIns="0">
            <a:spAutoFit/>
          </a:bodyPr>
          <a:lstStyle/>
          <a:p>
            <a:pPr algn="ctr">
              <a:lnSpc>
                <a:spcPct val="110000"/>
              </a:lnSpc>
              <a:spcAft>
                <a:spcPts val="0"/>
              </a:spcAft>
            </a:pPr>
            <a:r>
              <a:rPr sz="950" b="1" i="0">
                <a:solidFill>
                  <a:srgbClr val="FFFFFF"/>
                </a:solidFill>
                <a:latin typeface="Arial"/>
              </a:rPr>
              <a:t>Talk 20</a:t>
            </a:r>
          </a:p>
        </p:txBody>
      </p:sp>
      <p:sp>
        <p:nvSpPr>
          <p:cNvPr id="9015" name="Rectangle 9014"/>
          <p:cNvSpPr/>
          <p:nvPr/>
        </p:nvSpPr>
        <p:spPr>
          <a:xfrm>
            <a:off x="1572768" y="3429000"/>
            <a:ext cx="2980944" cy="457200"/>
          </a:xfrm>
          <a:prstGeom prst="rect">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6" name="TextBox 9015"/>
          <p:cNvSpPr txBox="1"/>
          <p:nvPr/>
        </p:nvSpPr>
        <p:spPr>
          <a:xfrm>
            <a:off x="1572768" y="3429000"/>
            <a:ext cx="2980944" cy="457200"/>
          </a:xfrm>
          <a:prstGeom prst="rect">
            <a:avLst/>
          </a:prstGeom>
          <a:noFill/>
        </p:spPr>
        <p:txBody>
          <a:bodyPr wrap="square" anchor="ctr" lIns="0" rIns="0" tIns="0" bIns="0">
            <a:spAutoFit/>
          </a:bodyPr>
          <a:lstStyle/>
          <a:p>
            <a:pPr algn="ctr">
              <a:lnSpc>
                <a:spcPct val="110000"/>
              </a:lnSpc>
              <a:spcAft>
                <a:spcPts val="0"/>
              </a:spcAft>
            </a:pPr>
            <a:r>
              <a:rPr sz="950" b="1" i="0">
                <a:solidFill>
                  <a:srgbClr val="FFFFFF"/>
                </a:solidFill>
                <a:latin typeface="Arial"/>
              </a:rPr>
              <a:t>Labs 1 to 4 · 55 min</a:t>
            </a:r>
          </a:p>
        </p:txBody>
      </p:sp>
      <p:sp>
        <p:nvSpPr>
          <p:cNvPr id="9017" name="Rectangle 9016"/>
          <p:cNvSpPr/>
          <p:nvPr/>
        </p:nvSpPr>
        <p:spPr>
          <a:xfrm>
            <a:off x="4590288" y="3429000"/>
            <a:ext cx="512063" cy="457200"/>
          </a:xfrm>
          <a:prstGeom prst="rect">
            <a:avLst/>
          </a:prstGeom>
          <a:solidFill>
            <a:srgbClr val="D2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8" name="TextBox 9017"/>
          <p:cNvSpPr txBox="1"/>
          <p:nvPr/>
        </p:nvSpPr>
        <p:spPr>
          <a:xfrm>
            <a:off x="4590288" y="3429000"/>
            <a:ext cx="512063" cy="457200"/>
          </a:xfrm>
          <a:prstGeom prst="rect">
            <a:avLst/>
          </a:prstGeom>
          <a:noFill/>
        </p:spPr>
        <p:txBody>
          <a:bodyPr wrap="square" anchor="ctr" lIns="0" rIns="0" tIns="0" bIns="0">
            <a:spAutoFit/>
          </a:bodyPr>
          <a:lstStyle/>
          <a:p>
            <a:pPr algn="ctr">
              <a:lnSpc>
                <a:spcPct val="110000"/>
              </a:lnSpc>
              <a:spcAft>
                <a:spcPts val="0"/>
              </a:spcAft>
            </a:pPr>
            <a:r>
              <a:rPr sz="950" b="1" i="0">
                <a:solidFill>
                  <a:srgbClr val="000000"/>
                </a:solidFill>
                <a:latin typeface="Arial"/>
              </a:rPr>
              <a:t>Break</a:t>
            </a:r>
          </a:p>
        </p:txBody>
      </p:sp>
      <p:sp>
        <p:nvSpPr>
          <p:cNvPr id="9019" name="Rectangle 9018"/>
          <p:cNvSpPr/>
          <p:nvPr/>
        </p:nvSpPr>
        <p:spPr>
          <a:xfrm>
            <a:off x="5138927" y="3429000"/>
            <a:ext cx="512063"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0" name="TextBox 9019"/>
          <p:cNvSpPr txBox="1"/>
          <p:nvPr/>
        </p:nvSpPr>
        <p:spPr>
          <a:xfrm>
            <a:off x="5138927" y="3429000"/>
            <a:ext cx="512063" cy="457200"/>
          </a:xfrm>
          <a:prstGeom prst="rect">
            <a:avLst/>
          </a:prstGeom>
          <a:noFill/>
        </p:spPr>
        <p:txBody>
          <a:bodyPr wrap="square" anchor="ctr" lIns="0" rIns="0" tIns="0" bIns="0">
            <a:spAutoFit/>
          </a:bodyPr>
          <a:lstStyle/>
          <a:p>
            <a:pPr algn="ctr">
              <a:lnSpc>
                <a:spcPct val="110000"/>
              </a:lnSpc>
              <a:spcAft>
                <a:spcPts val="0"/>
              </a:spcAft>
            </a:pPr>
            <a:r>
              <a:rPr sz="950" b="1" i="0">
                <a:solidFill>
                  <a:srgbClr val="FFFFFF"/>
                </a:solidFill>
                <a:latin typeface="Arial"/>
              </a:rPr>
              <a:t>Talk 10</a:t>
            </a:r>
          </a:p>
        </p:txBody>
      </p:sp>
      <p:sp>
        <p:nvSpPr>
          <p:cNvPr id="9021" name="Rectangle 9020"/>
          <p:cNvSpPr/>
          <p:nvPr/>
        </p:nvSpPr>
        <p:spPr>
          <a:xfrm>
            <a:off x="5687567" y="3429000"/>
            <a:ext cx="2157984" cy="457200"/>
          </a:xfrm>
          <a:prstGeom prst="rect">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2" name="TextBox 9021"/>
          <p:cNvSpPr txBox="1"/>
          <p:nvPr/>
        </p:nvSpPr>
        <p:spPr>
          <a:xfrm>
            <a:off x="5687567" y="3429000"/>
            <a:ext cx="2157984" cy="457200"/>
          </a:xfrm>
          <a:prstGeom prst="rect">
            <a:avLst/>
          </a:prstGeom>
          <a:noFill/>
        </p:spPr>
        <p:txBody>
          <a:bodyPr wrap="square" anchor="ctr" lIns="0" rIns="0" tIns="0" bIns="0">
            <a:spAutoFit/>
          </a:bodyPr>
          <a:lstStyle/>
          <a:p>
            <a:pPr algn="ctr">
              <a:lnSpc>
                <a:spcPct val="110000"/>
              </a:lnSpc>
              <a:spcAft>
                <a:spcPts val="0"/>
              </a:spcAft>
            </a:pPr>
            <a:r>
              <a:rPr sz="950" b="1" i="0">
                <a:solidFill>
                  <a:srgbClr val="FFFFFF"/>
                </a:solidFill>
                <a:latin typeface="Arial"/>
              </a:rPr>
              <a:t>Labs 5 and 6 · 40 min</a:t>
            </a:r>
          </a:p>
        </p:txBody>
      </p:sp>
      <p:sp>
        <p:nvSpPr>
          <p:cNvPr id="9023" name="Rectangle 9022"/>
          <p:cNvSpPr/>
          <p:nvPr/>
        </p:nvSpPr>
        <p:spPr>
          <a:xfrm>
            <a:off x="7882127" y="3429000"/>
            <a:ext cx="786384" cy="457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4" name="TextBox 9023"/>
          <p:cNvSpPr txBox="1"/>
          <p:nvPr/>
        </p:nvSpPr>
        <p:spPr>
          <a:xfrm>
            <a:off x="7882127" y="3429000"/>
            <a:ext cx="786384" cy="457200"/>
          </a:xfrm>
          <a:prstGeom prst="rect">
            <a:avLst/>
          </a:prstGeom>
          <a:noFill/>
        </p:spPr>
        <p:txBody>
          <a:bodyPr wrap="square" anchor="ctr" lIns="0" rIns="0" tIns="0" bIns="0">
            <a:spAutoFit/>
          </a:bodyPr>
          <a:lstStyle/>
          <a:p>
            <a:pPr algn="ctr">
              <a:lnSpc>
                <a:spcPct val="110000"/>
              </a:lnSpc>
              <a:spcAft>
                <a:spcPts val="0"/>
              </a:spcAft>
            </a:pPr>
            <a:r>
              <a:rPr sz="950" b="1" i="0">
                <a:solidFill>
                  <a:srgbClr val="FFFFFF"/>
                </a:solidFill>
                <a:latin typeface="Arial"/>
              </a:rPr>
              <a:t>Talk 15</a:t>
            </a:r>
          </a:p>
        </p:txBody>
      </p:sp>
      <p:sp>
        <p:nvSpPr>
          <p:cNvPr id="9025" name="TextBox 9024"/>
          <p:cNvSpPr txBox="1"/>
          <p:nvPr/>
        </p:nvSpPr>
        <p:spPr>
          <a:xfrm>
            <a:off x="457200" y="3977639"/>
            <a:ext cx="8229600" cy="274320"/>
          </a:xfrm>
          <a:prstGeom prst="rect">
            <a:avLst/>
          </a:prstGeom>
          <a:noFill/>
        </p:spPr>
        <p:txBody>
          <a:bodyPr wrap="square" anchor="t" lIns="0" rIns="0" tIns="0" bIns="0">
            <a:spAutoFit/>
          </a:bodyPr>
          <a:lstStyle/>
          <a:p>
            <a:pPr algn="l">
              <a:lnSpc>
                <a:spcPct val="110000"/>
              </a:lnSpc>
              <a:spcAft>
                <a:spcPts val="0"/>
              </a:spcAft>
            </a:pPr>
            <a:r>
              <a:rPr sz="1050" b="0" i="0">
                <a:solidFill>
                  <a:srgbClr val="5F6369"/>
                </a:solidFill>
                <a:latin typeface="Arial"/>
              </a:rPr>
              <a:t>Black is a talk, green is you at your board. Every lab ends at a checkpoint.</a:t>
            </a:r>
          </a:p>
        </p:txBody>
      </p:sp>
      <p:sp>
        <p:nvSpPr>
          <p:cNvPr id="9026" name="TextBox 9025"/>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What is on your desk</a:t>
            </a:r>
          </a:p>
        </p:txBody>
      </p:sp>
      <p:sp>
        <p:nvSpPr>
          <p:cNvPr id="9000" name="Slide Number Placeholder"/>
          <p:cNvSpPr>
            <a:spLocks noGrp="1"/>
          </p:cNvSpPr>
          <p:nvPr>
            <p:ph type="sldNum" sz="quarter" idx="4"/>
          </p:nvPr>
        </p:nvSpPr>
        <p:spPr/>
        <p:txBody>
          <a:bodyPr/>
          <a:lstStyle/>
          <a:p>
            <a:fld id="{70B26388-9CFF-4FC8-890B-D585E7E091A9}" type="slidenum">
              <a:rPr lang="en-US"/>
              <a:t>1</a:t>
            </a:fld>
          </a:p>
        </p:txBody>
      </p:sp>
      <p:sp>
        <p:nvSpPr>
          <p:cNvPr id="9001" name="Rectangle 9000"/>
          <p:cNvSpPr/>
          <p:nvPr/>
        </p:nvSpPr>
        <p:spPr>
          <a:xfrm>
            <a:off x="457200" y="1005840"/>
            <a:ext cx="4023360" cy="13258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85216" y="1133856"/>
            <a:ext cx="376732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The board</a:t>
            </a:r>
          </a:p>
        </p:txBody>
      </p:sp>
      <p:sp>
        <p:nvSpPr>
          <p:cNvPr id="9003" name="TextBox 9002"/>
          <p:cNvSpPr txBox="1"/>
          <p:nvPr/>
        </p:nvSpPr>
        <p:spPr>
          <a:xfrm>
            <a:off x="585216" y="1444752"/>
            <a:ext cx="3767328" cy="758951"/>
          </a:xfrm>
          <a:prstGeom prst="rect">
            <a:avLst/>
          </a:prstGeom>
          <a:noFill/>
        </p:spPr>
        <p:txBody>
          <a:bodyPr wrap="square" anchor="t" lIns="0" rIns="0" tIns="0" bIns="0">
            <a:spAutoFit/>
          </a:bodyPr>
          <a:lstStyle/>
          <a:p>
            <a:pPr algn="l">
              <a:lnSpc>
                <a:spcPct val="110000"/>
              </a:lnSpc>
              <a:spcAft>
                <a:spcPts val="300"/>
              </a:spcAft>
            </a:pPr>
            <a:r>
              <a:rPr sz="1100" b="0" i="0">
                <a:solidFill>
                  <a:srgbClr val="000000"/>
                </a:solidFill>
                <a:latin typeface="Arial"/>
              </a:rPr>
              <a:t>EK-RA8P1 with the OV5640 camera on J35 and the 7-inch LCD attached. Already flashed with the workshop firmware. The sticker is your seat number.</a:t>
            </a:r>
          </a:p>
        </p:txBody>
      </p:sp>
      <p:sp>
        <p:nvSpPr>
          <p:cNvPr id="9004" name="Rectangle 9003"/>
          <p:cNvSpPr/>
          <p:nvPr/>
        </p:nvSpPr>
        <p:spPr>
          <a:xfrm>
            <a:off x="4663440" y="1005840"/>
            <a:ext cx="4023360" cy="13258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4791456" y="1133856"/>
            <a:ext cx="376732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Two cables</a:t>
            </a:r>
          </a:p>
        </p:txBody>
      </p:sp>
      <p:sp>
        <p:nvSpPr>
          <p:cNvPr id="9006" name="TextBox 9005"/>
          <p:cNvSpPr txBox="1"/>
          <p:nvPr/>
        </p:nvSpPr>
        <p:spPr>
          <a:xfrm>
            <a:off x="4791456" y="1444752"/>
            <a:ext cx="3767328" cy="758951"/>
          </a:xfrm>
          <a:prstGeom prst="rect">
            <a:avLst/>
          </a:prstGeom>
          <a:noFill/>
        </p:spPr>
        <p:txBody>
          <a:bodyPr wrap="square" anchor="t" lIns="0" rIns="0" tIns="0" bIns="0">
            <a:spAutoFit/>
          </a:bodyPr>
          <a:lstStyle/>
          <a:p>
            <a:pPr algn="l">
              <a:lnSpc>
                <a:spcPct val="110000"/>
              </a:lnSpc>
              <a:spcAft>
                <a:spcPts val="300"/>
              </a:spcAft>
            </a:pPr>
            <a:r>
              <a:rPr sz="1100" b="0" i="0">
                <a:solidFill>
                  <a:srgbClr val="000000"/>
                </a:solidFill>
                <a:latin typeface="Arial"/>
              </a:rPr>
              <a:t>USB-C from your laptop to DEBUG1: that one cable is power and the serial console. Ethernet from the board to the drop at your seat.</a:t>
            </a:r>
          </a:p>
        </p:txBody>
      </p:sp>
      <p:sp>
        <p:nvSpPr>
          <p:cNvPr id="9007" name="Rectangle 9006"/>
          <p:cNvSpPr/>
          <p:nvPr/>
        </p:nvSpPr>
        <p:spPr>
          <a:xfrm>
            <a:off x="457200" y="2514600"/>
            <a:ext cx="4023360" cy="13258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8" name="TextBox 9007"/>
          <p:cNvSpPr txBox="1"/>
          <p:nvPr/>
        </p:nvSpPr>
        <p:spPr>
          <a:xfrm>
            <a:off x="585216" y="2642616"/>
            <a:ext cx="376732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The seat card</a:t>
            </a:r>
          </a:p>
        </p:txBody>
      </p:sp>
      <p:sp>
        <p:nvSpPr>
          <p:cNvPr id="9009" name="TextBox 9008"/>
          <p:cNvSpPr txBox="1"/>
          <p:nvPr/>
        </p:nvSpPr>
        <p:spPr>
          <a:xfrm>
            <a:off x="585216" y="2953512"/>
            <a:ext cx="3767328" cy="758952"/>
          </a:xfrm>
          <a:prstGeom prst="rect">
            <a:avLst/>
          </a:prstGeom>
          <a:noFill/>
        </p:spPr>
        <p:txBody>
          <a:bodyPr wrap="square" anchor="t" lIns="0" rIns="0" tIns="0" bIns="0">
            <a:spAutoFit/>
          </a:bodyPr>
          <a:lstStyle/>
          <a:p>
            <a:pPr algn="l">
              <a:lnSpc>
                <a:spcPct val="110000"/>
              </a:lnSpc>
              <a:spcAft>
                <a:spcPts val="300"/>
              </a:spcAft>
            </a:pPr>
            <a:r>
              <a:rPr sz="1100" b="0" i="0">
                <a:solidFill>
                  <a:srgbClr val="000000"/>
                </a:solidFill>
                <a:latin typeface="Arial"/>
              </a:rPr>
              <a:t>Seat number, your board's MAC address, your Device ID, your /IOTCONNECT login, and the account's ENV and CPID. Everything you will type comes from it.</a:t>
            </a:r>
          </a:p>
        </p:txBody>
      </p:sp>
      <p:sp>
        <p:nvSpPr>
          <p:cNvPr id="9010" name="Rectangle 9009"/>
          <p:cNvSpPr/>
          <p:nvPr/>
        </p:nvSpPr>
        <p:spPr>
          <a:xfrm>
            <a:off x="4663440" y="2514600"/>
            <a:ext cx="4023360" cy="13258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1" name="TextBox 9010"/>
          <p:cNvSpPr txBox="1"/>
          <p:nvPr/>
        </p:nvSpPr>
        <p:spPr>
          <a:xfrm>
            <a:off x="4791456" y="2642616"/>
            <a:ext cx="376732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Your laptop</a:t>
            </a:r>
          </a:p>
        </p:txBody>
      </p:sp>
      <p:sp>
        <p:nvSpPr>
          <p:cNvPr id="9012" name="TextBox 9011"/>
          <p:cNvSpPr txBox="1"/>
          <p:nvPr/>
        </p:nvSpPr>
        <p:spPr>
          <a:xfrm>
            <a:off x="4791456" y="2953512"/>
            <a:ext cx="3767328" cy="758952"/>
          </a:xfrm>
          <a:prstGeom prst="rect">
            <a:avLst/>
          </a:prstGeom>
          <a:noFill/>
        </p:spPr>
        <p:txBody>
          <a:bodyPr wrap="square" anchor="t" lIns="0" rIns="0" tIns="0" bIns="0">
            <a:spAutoFit/>
          </a:bodyPr>
          <a:lstStyle/>
          <a:p>
            <a:pPr algn="l">
              <a:lnSpc>
                <a:spcPct val="110000"/>
              </a:lnSpc>
              <a:spcAft>
                <a:spcPts val="300"/>
              </a:spcAft>
            </a:pPr>
            <a:r>
              <a:rPr sz="1100" b="0" i="0">
                <a:solidFill>
                  <a:srgbClr val="000000"/>
                </a:solidFill>
                <a:latin typeface="Arial"/>
              </a:rPr>
              <a:t>A serial terminal at 230400 baud, a browser for console.iotconnect.io, and a plain-text editor for two certificate files. Not Word.</a:t>
            </a:r>
          </a:p>
        </p:txBody>
      </p:sp>
      <p:sp>
        <p:nvSpPr>
          <p:cNvPr id="9013" name="Rectangle 9012"/>
          <p:cNvSpPr/>
          <p:nvPr/>
        </p:nvSpPr>
        <p:spPr>
          <a:xfrm>
            <a:off x="457200" y="4069080"/>
            <a:ext cx="8229600"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4" name="TextBox 9013"/>
          <p:cNvSpPr txBox="1"/>
          <p:nvPr/>
        </p:nvSpPr>
        <p:spPr>
          <a:xfrm>
            <a:off x="640080" y="4069080"/>
            <a:ext cx="7863840" cy="566928"/>
          </a:xfrm>
          <a:prstGeom prst="rect">
            <a:avLst/>
          </a:prstGeom>
          <a:noFill/>
        </p:spPr>
        <p:txBody>
          <a:bodyPr wrap="square" anchor="ctr" lIns="0" rIns="0" tIns="0" bIns="0">
            <a:spAutoFit/>
          </a:bodyPr>
          <a:lstStyle/>
          <a:p>
            <a:pPr algn="l">
              <a:lnSpc>
                <a:spcPct val="110000"/>
              </a:lnSpc>
              <a:spcAft>
                <a:spcPts val="0"/>
              </a:spcAft>
            </a:pPr>
            <a:r>
              <a:rPr sz="1150" b="1" i="0">
                <a:solidFill>
                  <a:srgbClr val="41C363"/>
                </a:solidFill>
                <a:latin typeface="Arial"/>
              </a:rPr>
              <a:t>Two rules all day: </a:t>
            </a:r>
            <a:r>
              <a:rPr sz="1150" b="1" i="0">
                <a:solidFill>
                  <a:srgbClr val="FFFFFF"/>
                </a:solidFill>
                <a:latin typeface="Arial"/>
              </a:rPr>
              <a:t>power-cycle, never RESET</a:t>
            </a:r>
            <a:r>
              <a:rPr sz="1150" b="0" i="0">
                <a:solidFill>
                  <a:srgbClr val="FFFFFF"/>
                </a:solidFill>
                <a:latin typeface="Arial"/>
              </a:rPr>
              <a:t> (a warm reset leaves the LCD white), and </a:t>
            </a:r>
            <a:r>
              <a:rPr sz="1150" b="1" i="0">
                <a:solidFill>
                  <a:srgbClr val="FFFFFF"/>
                </a:solidFill>
                <a:latin typeface="Arial"/>
              </a:rPr>
              <a:t>paste the certificate and the key separately.</a:t>
            </a:r>
          </a:p>
        </p:txBody>
      </p:sp>
      <p:sp>
        <p:nvSpPr>
          <p:cNvPr id="9015" name="TextBox 9014"/>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Why run vision AI on a microcontroller</a:t>
            </a:r>
          </a:p>
        </p:txBody>
      </p:sp>
      <p:sp>
        <p:nvSpPr>
          <p:cNvPr id="9000" name="Slide Number Placeholder"/>
          <p:cNvSpPr>
            <a:spLocks noGrp="1"/>
          </p:cNvSpPr>
          <p:nvPr>
            <p:ph type="sldNum" sz="quarter" idx="4"/>
          </p:nvPr>
        </p:nvSpPr>
        <p:spPr/>
        <p:txBody>
          <a:bodyPr/>
          <a:lstStyle/>
          <a:p>
            <a:fld id="{25C4814C-0F04-40ED-96D8-64AFE274A870}" type="slidenum">
              <a:rPr lang="en-US"/>
              <a:t>1</a:t>
            </a:fld>
          </a:p>
        </p:txBody>
      </p:sp>
      <p:sp>
        <p:nvSpPr>
          <p:cNvPr id="9001" name="Rectangle 9000"/>
          <p:cNvSpPr/>
          <p:nvPr/>
        </p:nvSpPr>
        <p:spPr>
          <a:xfrm>
            <a:off x="457200" y="1005840"/>
            <a:ext cx="2606040" cy="22402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85216" y="1133856"/>
            <a:ext cx="2350008" cy="274320"/>
          </a:xfrm>
          <a:prstGeom prst="rect">
            <a:avLst/>
          </a:prstGeom>
          <a:noFill/>
        </p:spPr>
        <p:txBody>
          <a:bodyPr wrap="square" anchor="t" lIns="0" rIns="0" tIns="0" bIns="0">
            <a:spAutoFit/>
          </a:bodyPr>
          <a:lstStyle/>
          <a:p>
            <a:pPr algn="l">
              <a:lnSpc>
                <a:spcPct val="110000"/>
              </a:lnSpc>
              <a:spcAft>
                <a:spcPts val="0"/>
              </a:spcAft>
            </a:pPr>
            <a:r>
              <a:rPr sz="1400" b="1" i="0">
                <a:solidFill>
                  <a:srgbClr val="41C363"/>
                </a:solidFill>
                <a:latin typeface="Arial"/>
              </a:rPr>
              <a:t>No Linux, no MPU</a:t>
            </a:r>
          </a:p>
        </p:txBody>
      </p:sp>
      <p:sp>
        <p:nvSpPr>
          <p:cNvPr id="9003" name="TextBox 9002"/>
          <p:cNvSpPr txBox="1"/>
          <p:nvPr/>
        </p:nvSpPr>
        <p:spPr>
          <a:xfrm>
            <a:off x="585216" y="1447565"/>
            <a:ext cx="2350008" cy="1670538"/>
          </a:xfrm>
          <a:prstGeom prst="rect">
            <a:avLst/>
          </a:prstGeom>
          <a:noFill/>
        </p:spPr>
        <p:txBody>
          <a:bodyPr wrap="square" anchor="t" lIns="0" rIns="0" tIns="0" bIns="0">
            <a:spAutoFit/>
          </a:bodyPr>
          <a:lstStyle/>
          <a:p>
            <a:pPr algn="l">
              <a:lnSpc>
                <a:spcPct val="110000"/>
              </a:lnSpc>
              <a:spcAft>
                <a:spcPts val="300"/>
              </a:spcAft>
            </a:pPr>
            <a:r>
              <a:rPr sz="1150" b="0" i="0">
                <a:solidFill>
                  <a:srgbClr val="000000"/>
                </a:solidFill>
                <a:latin typeface="Arial"/>
              </a:rPr>
              <a:t>One chip boots in milliseconds, runs deterministic firmware and has no operating system to patch. Camera, NPU, network and display on a Cortex-M85.</a:t>
            </a:r>
          </a:p>
        </p:txBody>
      </p:sp>
      <p:sp>
        <p:nvSpPr>
          <p:cNvPr id="9004" name="Rectangle 9003"/>
          <p:cNvSpPr/>
          <p:nvPr/>
        </p:nvSpPr>
        <p:spPr>
          <a:xfrm>
            <a:off x="3268980" y="1005840"/>
            <a:ext cx="2606040" cy="22402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3396996" y="1133856"/>
            <a:ext cx="2350008" cy="274320"/>
          </a:xfrm>
          <a:prstGeom prst="rect">
            <a:avLst/>
          </a:prstGeom>
          <a:noFill/>
        </p:spPr>
        <p:txBody>
          <a:bodyPr wrap="square" anchor="t" lIns="0" rIns="0" tIns="0" bIns="0">
            <a:spAutoFit/>
          </a:bodyPr>
          <a:lstStyle/>
          <a:p>
            <a:pPr algn="l">
              <a:lnSpc>
                <a:spcPct val="110000"/>
              </a:lnSpc>
              <a:spcAft>
                <a:spcPts val="0"/>
              </a:spcAft>
            </a:pPr>
            <a:r>
              <a:rPr sz="1400" b="1" i="0">
                <a:solidFill>
                  <a:srgbClr val="41C363"/>
                </a:solidFill>
                <a:latin typeface="Arial"/>
              </a:rPr>
              <a:t>Milliwatts and dollars</a:t>
            </a:r>
          </a:p>
        </p:txBody>
      </p:sp>
      <p:sp>
        <p:nvSpPr>
          <p:cNvPr id="9006" name="TextBox 9005"/>
          <p:cNvSpPr txBox="1"/>
          <p:nvPr/>
        </p:nvSpPr>
        <p:spPr>
          <a:xfrm>
            <a:off x="3396996" y="1447565"/>
            <a:ext cx="2350008" cy="1670538"/>
          </a:xfrm>
          <a:prstGeom prst="rect">
            <a:avLst/>
          </a:prstGeom>
          <a:noFill/>
        </p:spPr>
        <p:txBody>
          <a:bodyPr wrap="square" anchor="t" lIns="0" rIns="0" tIns="0" bIns="0">
            <a:spAutoFit/>
          </a:bodyPr>
          <a:lstStyle/>
          <a:p>
            <a:pPr algn="l">
              <a:lnSpc>
                <a:spcPct val="110000"/>
              </a:lnSpc>
              <a:spcAft>
                <a:spcPts val="300"/>
              </a:spcAft>
            </a:pPr>
            <a:r>
              <a:rPr sz="1150" b="0" i="0">
                <a:solidFill>
                  <a:srgbClr val="000000"/>
                </a:solidFill>
                <a:latin typeface="Arial"/>
              </a:rPr>
              <a:t>Always-on sensing at a bill of materials and a power budget an application processor cannot reach. The Ethos-U55 does a face detection in under 6 ms.</a:t>
            </a:r>
          </a:p>
        </p:txBody>
      </p:sp>
      <p:sp>
        <p:nvSpPr>
          <p:cNvPr id="9007" name="Rectangle 9006"/>
          <p:cNvSpPr/>
          <p:nvPr/>
        </p:nvSpPr>
        <p:spPr>
          <a:xfrm>
            <a:off x="6080760" y="1005840"/>
            <a:ext cx="2606040" cy="2240280"/>
          </a:xfrm>
          <a:prstGeom prst="rect">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8" name="TextBox 9007"/>
          <p:cNvSpPr txBox="1"/>
          <p:nvPr/>
        </p:nvSpPr>
        <p:spPr>
          <a:xfrm>
            <a:off x="6208776" y="1133856"/>
            <a:ext cx="2350008" cy="274320"/>
          </a:xfrm>
          <a:prstGeom prst="rect">
            <a:avLst/>
          </a:prstGeom>
          <a:noFill/>
        </p:spPr>
        <p:txBody>
          <a:bodyPr wrap="square" anchor="t" lIns="0" rIns="0" tIns="0" bIns="0">
            <a:spAutoFit/>
          </a:bodyPr>
          <a:lstStyle/>
          <a:p>
            <a:pPr algn="l">
              <a:lnSpc>
                <a:spcPct val="110000"/>
              </a:lnSpc>
              <a:spcAft>
                <a:spcPts val="0"/>
              </a:spcAft>
            </a:pPr>
            <a:r>
              <a:rPr sz="1400" b="1" i="0">
                <a:solidFill>
                  <a:srgbClr val="FFFFFF"/>
                </a:solidFill>
                <a:latin typeface="Arial"/>
              </a:rPr>
              <a:t>But models change</a:t>
            </a:r>
          </a:p>
        </p:txBody>
      </p:sp>
      <p:sp>
        <p:nvSpPr>
          <p:cNvPr id="9009" name="TextBox 9008"/>
          <p:cNvSpPr txBox="1"/>
          <p:nvPr/>
        </p:nvSpPr>
        <p:spPr>
          <a:xfrm>
            <a:off x="6208776" y="1447565"/>
            <a:ext cx="2350008" cy="1670538"/>
          </a:xfrm>
          <a:prstGeom prst="rect">
            <a:avLst/>
          </a:prstGeom>
          <a:noFill/>
        </p:spPr>
        <p:txBody>
          <a:bodyPr wrap="square" anchor="t" lIns="0" rIns="0" tIns="0" bIns="0">
            <a:spAutoFit/>
          </a:bodyPr>
          <a:lstStyle/>
          <a:p>
            <a:pPr algn="l">
              <a:lnSpc>
                <a:spcPct val="110000"/>
              </a:lnSpc>
              <a:spcAft>
                <a:spcPts val="300"/>
              </a:spcAft>
            </a:pPr>
            <a:r>
              <a:rPr sz="1150" b="0" i="0">
                <a:solidFill>
                  <a:srgbClr val="FFFFFF"/>
                </a:solidFill>
                <a:latin typeface="Arial"/>
              </a:rPr>
              <a:t>The detector you ship today is retrained next quarter. Updating it must not mean a truck roll, a debugger or a full firmware release.</a:t>
            </a:r>
          </a:p>
        </p:txBody>
      </p:sp>
      <p:sp>
        <p:nvSpPr>
          <p:cNvPr id="9010" name="TextBox 9009"/>
          <p:cNvSpPr txBox="1"/>
          <p:nvPr/>
        </p:nvSpPr>
        <p:spPr>
          <a:xfrm>
            <a:off x="457200" y="3520440"/>
            <a:ext cx="8229600" cy="731520"/>
          </a:xfrm>
          <a:prstGeom prst="rect">
            <a:avLst/>
          </a:prstGeom>
          <a:noFill/>
        </p:spPr>
        <p:txBody>
          <a:bodyPr wrap="square" anchor="t" lIns="0" rIns="0" tIns="0" bIns="0">
            <a:spAutoFit/>
          </a:bodyPr>
          <a:lstStyle/>
          <a:p>
            <a:pPr algn="l">
              <a:lnSpc>
                <a:spcPct val="110000"/>
              </a:lnSpc>
              <a:spcAft>
                <a:spcPts val="0"/>
              </a:spcAft>
            </a:pPr>
            <a:r>
              <a:rPr sz="1600" b="1" i="0">
                <a:solidFill>
                  <a:srgbClr val="000000"/>
                </a:solidFill>
                <a:latin typeface="Arial"/>
              </a:rPr>
              <a:t>So the question for today: how do you ship a new model to a fleet of these, and know it took?</a:t>
            </a:r>
          </a:p>
        </p:txBody>
      </p:sp>
      <p:sp>
        <p:nvSpPr>
          <p:cNvPr id="9011" name="TextBox 9010"/>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board: Renesas EK-RA8P1</a:t>
            </a:r>
          </a:p>
        </p:txBody>
      </p:sp>
      <p:sp>
        <p:nvSpPr>
          <p:cNvPr id="9000" name="Slide Number Placeholder"/>
          <p:cNvSpPr>
            <a:spLocks noGrp="1"/>
          </p:cNvSpPr>
          <p:nvPr>
            <p:ph type="sldNum" sz="quarter" idx="4"/>
          </p:nvPr>
        </p:nvSpPr>
        <p:spPr/>
        <p:txBody>
          <a:bodyPr/>
          <a:lstStyle/>
          <a:p>
            <a:fld id="{08E74951-C803-498E-B336-B608F772CAD2}" type="slidenum">
              <a:rPr lang="en-US"/>
              <a:t>1</a:t>
            </a:fld>
          </a:p>
        </p:txBody>
      </p:sp>
      <p:pic>
        <p:nvPicPr>
          <p:cNvPr id="9001" name="Picture 9000" descr="board.jpg"/>
          <p:cNvPicPr>
            <a:picLocks noChangeAspect="1"/>
          </p:cNvPicPr>
          <p:nvPr/>
        </p:nvPicPr>
        <p:blipFill>
          <a:blip r:embed="rId3"/>
          <a:stretch>
            <a:fillRect/>
          </a:stretch>
        </p:blipFill>
        <p:spPr>
          <a:xfrm>
            <a:off x="457200" y="1005840"/>
            <a:ext cx="2031682" cy="3611880"/>
          </a:xfrm>
          <a:prstGeom prst="rect">
            <a:avLst/>
          </a:prstGeom>
        </p:spPr>
      </p:pic>
      <p:graphicFrame>
        <p:nvGraphicFramePr>
          <p:cNvPr id="9002" name="Table 9001"/>
          <p:cNvGraphicFramePr>
            <a:graphicFrameLocks noGrp="1"/>
          </p:cNvGraphicFramePr>
          <p:nvPr/>
        </p:nvGraphicFramePr>
        <p:xfrm>
          <a:off x="2834640" y="1005840"/>
          <a:ext cx="5852159" cy="3456432"/>
        </p:xfrm>
        <a:graphic>
          <a:graphicData uri="http://schemas.openxmlformats.org/drawingml/2006/table">
            <a:tbl>
              <a:tblPr firstRow="1">
                <a:tableStyleId>{5C22544A-7EE6-4342-B048-85BDC9FD1C3A}</a:tableStyleId>
              </a:tblPr>
              <a:tblGrid>
                <a:gridCol w="1280159"/>
                <a:gridCol w="4572000"/>
              </a:tblGrid>
              <a:tr h="384048">
                <a:tc>
                  <a:txBody>
                    <a:bodyPr wrap="square"/>
                    <a:lstStyle/>
                    <a:p>
                      <a:pPr algn="l"/>
                      <a:r>
                        <a:rPr sz="1100" b="1" i="0">
                          <a:solidFill>
                            <a:srgbClr val="FFFFFF"/>
                          </a:solidFill>
                          <a:latin typeface="Arial"/>
                        </a:rPr>
                        <a:t>Part</a:t>
                      </a:r>
                    </a:p>
                  </a:txBody>
                  <a:tcPr marL="64008" marR="64008" marT="27432" marB="27432" anchor="ctr">
                    <a:solidFill>
                      <a:srgbClr val="000000"/>
                    </a:solidFill>
                  </a:tcPr>
                </a:tc>
                <a:tc>
                  <a:txBody>
                    <a:bodyPr wrap="square"/>
                    <a:lstStyle/>
                    <a:p>
                      <a:pPr algn="l"/>
                      <a:r>
                        <a:rPr sz="1100" b="1" i="0">
                          <a:solidFill>
                            <a:srgbClr val="FFFFFF"/>
                          </a:solidFill>
                          <a:latin typeface="Arial"/>
                        </a:rPr>
                        <a:t>What it is</a:t>
                      </a:r>
                    </a:p>
                  </a:txBody>
                  <a:tcPr marL="64008" marR="64008" marT="27432" marB="27432" anchor="ctr">
                    <a:solidFill>
                      <a:srgbClr val="000000"/>
                    </a:solidFill>
                  </a:tcPr>
                </a:tc>
              </a:tr>
              <a:tr h="384048">
                <a:tc>
                  <a:txBody>
                    <a:bodyPr wrap="square"/>
                    <a:lstStyle/>
                    <a:p>
                      <a:pPr algn="l"/>
                      <a:r>
                        <a:rPr sz="1100" b="1" i="0">
                          <a:solidFill>
                            <a:srgbClr val="000000"/>
                          </a:solidFill>
                          <a:latin typeface="Arial"/>
                        </a:rPr>
                        <a:t>MCU</a:t>
                      </a:r>
                    </a:p>
                  </a:txBody>
                  <a:tcPr marL="64008" marR="64008" marT="27432" marB="27432" anchor="ctr">
                    <a:solidFill>
                      <a:srgbClr val="FFFFFF"/>
                    </a:solidFill>
                  </a:tcPr>
                </a:tc>
                <a:tc>
                  <a:txBody>
                    <a:bodyPr wrap="square"/>
                    <a:lstStyle/>
                    <a:p>
                      <a:pPr algn="l"/>
                      <a:r>
                        <a:rPr sz="1100" b="0" i="0">
                          <a:solidFill>
                            <a:srgbClr val="000000"/>
                          </a:solidFill>
                          <a:latin typeface="Arial"/>
                        </a:rPr>
                        <a:t>RA8P1, Arm Cortex-M85 at 1 GHz</a:t>
                      </a:r>
                    </a:p>
                  </a:txBody>
                  <a:tcPr marL="64008" marR="64008" marT="27432" marB="27432" anchor="ctr">
                    <a:solidFill>
                      <a:srgbClr val="FFFFFF"/>
                    </a:solidFill>
                  </a:tcPr>
                </a:tc>
              </a:tr>
              <a:tr h="384048">
                <a:tc>
                  <a:txBody>
                    <a:bodyPr wrap="square"/>
                    <a:lstStyle/>
                    <a:p>
                      <a:pPr algn="l"/>
                      <a:r>
                        <a:rPr sz="1100" b="1" i="0">
                          <a:solidFill>
                            <a:srgbClr val="000000"/>
                          </a:solidFill>
                          <a:latin typeface="Arial"/>
                        </a:rPr>
                        <a:t>NPU</a:t>
                      </a:r>
                    </a:p>
                  </a:txBody>
                  <a:tcPr marL="64008" marR="64008" marT="27432" marB="27432" anchor="ctr">
                    <a:solidFill>
                      <a:srgbClr val="F2F2F2"/>
                    </a:solidFill>
                  </a:tcPr>
                </a:tc>
                <a:tc>
                  <a:txBody>
                    <a:bodyPr wrap="square"/>
                    <a:lstStyle/>
                    <a:p>
                      <a:pPr algn="l"/>
                      <a:r>
                        <a:rPr sz="1100" b="0" i="0">
                          <a:solidFill>
                            <a:srgbClr val="000000"/>
                          </a:solidFill>
                          <a:latin typeface="Arial"/>
                        </a:rPr>
                        <a:t>Arm Ethos-U55, 256 MACs per cycle</a:t>
                      </a:r>
                    </a:p>
                  </a:txBody>
                  <a:tcPr marL="64008" marR="64008" marT="27432" marB="27432" anchor="ctr">
                    <a:solidFill>
                      <a:srgbClr val="F2F2F2"/>
                    </a:solidFill>
                  </a:tcPr>
                </a:tc>
              </a:tr>
              <a:tr h="384048">
                <a:tc>
                  <a:txBody>
                    <a:bodyPr wrap="square"/>
                    <a:lstStyle/>
                    <a:p>
                      <a:pPr algn="l"/>
                      <a:r>
                        <a:rPr sz="1100" b="1" i="0">
                          <a:solidFill>
                            <a:srgbClr val="000000"/>
                          </a:solidFill>
                          <a:latin typeface="Arial"/>
                        </a:rPr>
                        <a:t>Memory</a:t>
                      </a:r>
                    </a:p>
                  </a:txBody>
                  <a:tcPr marL="64008" marR="64008" marT="27432" marB="27432" anchor="ctr">
                    <a:solidFill>
                      <a:srgbClr val="FFFFFF"/>
                    </a:solidFill>
                  </a:tcPr>
                </a:tc>
                <a:tc>
                  <a:txBody>
                    <a:bodyPr wrap="square"/>
                    <a:lstStyle/>
                    <a:p>
                      <a:pPr algn="l"/>
                      <a:r>
                        <a:rPr sz="1100" b="0" i="0">
                          <a:solidFill>
                            <a:srgbClr val="000000"/>
                          </a:solidFill>
                          <a:latin typeface="Arial"/>
                        </a:rPr>
                        <a:t>1 MB MRAM code, 2 MB SRAM, 64 MB SDRAM</a:t>
                      </a:r>
                    </a:p>
                  </a:txBody>
                  <a:tcPr marL="64008" marR="64008" marT="27432" marB="27432" anchor="ctr">
                    <a:solidFill>
                      <a:srgbClr val="FFFFFF"/>
                    </a:solidFill>
                  </a:tcPr>
                </a:tc>
              </a:tr>
              <a:tr h="384048">
                <a:tc>
                  <a:txBody>
                    <a:bodyPr wrap="square"/>
                    <a:lstStyle/>
                    <a:p>
                      <a:pPr algn="l"/>
                      <a:r>
                        <a:rPr sz="1100" b="1" i="0">
                          <a:solidFill>
                            <a:srgbClr val="000000"/>
                          </a:solidFill>
                          <a:latin typeface="Arial"/>
                        </a:rPr>
                        <a:t>Storage</a:t>
                      </a:r>
                    </a:p>
                  </a:txBody>
                  <a:tcPr marL="64008" marR="64008" marT="27432" marB="27432" anchor="ctr">
                    <a:solidFill>
                      <a:srgbClr val="F2F2F2"/>
                    </a:solidFill>
                  </a:tcPr>
                </a:tc>
                <a:tc>
                  <a:txBody>
                    <a:bodyPr wrap="square"/>
                    <a:lstStyle/>
                    <a:p>
                      <a:pPr algn="l"/>
                      <a:r>
                        <a:rPr sz="1100" b="0" i="0">
                          <a:solidFill>
                            <a:srgbClr val="000000"/>
                          </a:solidFill>
                          <a:latin typeface="Arial"/>
                        </a:rPr>
                        <a:t>64 MB OSPI flash: credentials and the model slot</a:t>
                      </a:r>
                    </a:p>
                  </a:txBody>
                  <a:tcPr marL="64008" marR="64008" marT="27432" marB="27432" anchor="ctr">
                    <a:solidFill>
                      <a:srgbClr val="F2F2F2"/>
                    </a:solidFill>
                  </a:tcPr>
                </a:tc>
              </a:tr>
              <a:tr h="384048">
                <a:tc>
                  <a:txBody>
                    <a:bodyPr wrap="square"/>
                    <a:lstStyle/>
                    <a:p>
                      <a:pPr algn="l"/>
                      <a:r>
                        <a:rPr sz="1100" b="1" i="0">
                          <a:solidFill>
                            <a:srgbClr val="000000"/>
                          </a:solidFill>
                          <a:latin typeface="Arial"/>
                        </a:rPr>
                        <a:t>Network</a:t>
                      </a:r>
                    </a:p>
                  </a:txBody>
                  <a:tcPr marL="64008" marR="64008" marT="27432" marB="27432" anchor="ctr">
                    <a:solidFill>
                      <a:srgbClr val="FFFFFF"/>
                    </a:solidFill>
                  </a:tcPr>
                </a:tc>
                <a:tc>
                  <a:txBody>
                    <a:bodyPr wrap="square"/>
                    <a:lstStyle/>
                    <a:p>
                      <a:pPr algn="l"/>
                      <a:r>
                        <a:rPr sz="1100" b="0" i="0">
                          <a:solidFill>
                            <a:srgbClr val="000000"/>
                          </a:solidFill>
                          <a:latin typeface="Arial"/>
                        </a:rPr>
                        <a:t>Gigabit Ethernet</a:t>
                      </a:r>
                    </a:p>
                  </a:txBody>
                  <a:tcPr marL="64008" marR="64008" marT="27432" marB="27432" anchor="ctr">
                    <a:solidFill>
                      <a:srgbClr val="FFFFFF"/>
                    </a:solidFill>
                  </a:tcPr>
                </a:tc>
              </a:tr>
              <a:tr h="384048">
                <a:tc>
                  <a:txBody>
                    <a:bodyPr wrap="square"/>
                    <a:lstStyle/>
                    <a:p>
                      <a:pPr algn="l"/>
                      <a:r>
                        <a:rPr sz="1100" b="1" i="0">
                          <a:solidFill>
                            <a:srgbClr val="000000"/>
                          </a:solidFill>
                          <a:latin typeface="Arial"/>
                        </a:rPr>
                        <a:t>Camera</a:t>
                      </a:r>
                    </a:p>
                  </a:txBody>
                  <a:tcPr marL="64008" marR="64008" marT="27432" marB="27432" anchor="ctr">
                    <a:solidFill>
                      <a:srgbClr val="F2F2F2"/>
                    </a:solidFill>
                  </a:tcPr>
                </a:tc>
                <a:tc>
                  <a:txBody>
                    <a:bodyPr wrap="square"/>
                    <a:lstStyle/>
                    <a:p>
                      <a:pPr algn="l"/>
                      <a:r>
                        <a:rPr sz="1100" b="0" i="0">
                          <a:solidFill>
                            <a:srgbClr val="000000"/>
                          </a:solidFill>
                          <a:latin typeface="Arial"/>
                        </a:rPr>
                        <a:t>OV5640 over MIPI CSI-2, 55 fps</a:t>
                      </a:r>
                    </a:p>
                  </a:txBody>
                  <a:tcPr marL="64008" marR="64008" marT="27432" marB="27432" anchor="ctr">
                    <a:solidFill>
                      <a:srgbClr val="F2F2F2"/>
                    </a:solidFill>
                  </a:tcPr>
                </a:tc>
              </a:tr>
              <a:tr h="384048">
                <a:tc>
                  <a:txBody>
                    <a:bodyPr wrap="square"/>
                    <a:lstStyle/>
                    <a:p>
                      <a:pPr algn="l"/>
                      <a:r>
                        <a:rPr sz="1100" b="1" i="0">
                          <a:solidFill>
                            <a:srgbClr val="000000"/>
                          </a:solidFill>
                          <a:latin typeface="Arial"/>
                        </a:rPr>
                        <a:t>Display</a:t>
                      </a:r>
                    </a:p>
                  </a:txBody>
                  <a:tcPr marL="64008" marR="64008" marT="27432" marB="27432" anchor="ctr">
                    <a:solidFill>
                      <a:srgbClr val="FFFFFF"/>
                    </a:solidFill>
                  </a:tcPr>
                </a:tc>
                <a:tc>
                  <a:txBody>
                    <a:bodyPr wrap="square"/>
                    <a:lstStyle/>
                    <a:p>
                      <a:pPr algn="l"/>
                      <a:r>
                        <a:rPr sz="1100" b="0" i="0">
                          <a:solidFill>
                            <a:srgbClr val="000000"/>
                          </a:solidFill>
                          <a:latin typeface="Arial"/>
                        </a:rPr>
                        <a:t>7-inch parallel LCD, optional</a:t>
                      </a:r>
                    </a:p>
                  </a:txBody>
                  <a:tcPr marL="64008" marR="64008" marT="27432" marB="27432" anchor="ctr">
                    <a:solidFill>
                      <a:srgbClr val="FFFFFF"/>
                    </a:solidFill>
                  </a:tcPr>
                </a:tc>
              </a:tr>
              <a:tr h="384048">
                <a:tc>
                  <a:txBody>
                    <a:bodyPr wrap="square"/>
                    <a:lstStyle/>
                    <a:p>
                      <a:pPr algn="l"/>
                      <a:r>
                        <a:rPr sz="1100" b="1" i="0">
                          <a:solidFill>
                            <a:srgbClr val="000000"/>
                          </a:solidFill>
                          <a:latin typeface="Arial"/>
                        </a:rPr>
                        <a:t>Debug</a:t>
                      </a:r>
                    </a:p>
                  </a:txBody>
                  <a:tcPr marL="64008" marR="64008" marT="27432" marB="27432" anchor="ctr">
                    <a:solidFill>
                      <a:srgbClr val="F2F2F2"/>
                    </a:solidFill>
                  </a:tcPr>
                </a:tc>
                <a:tc>
                  <a:txBody>
                    <a:bodyPr wrap="square"/>
                    <a:lstStyle/>
                    <a:p>
                      <a:pPr algn="l"/>
                      <a:r>
                        <a:rPr sz="1100" b="0" i="0">
                          <a:solidFill>
                            <a:srgbClr val="000000"/>
                          </a:solidFill>
                          <a:latin typeface="Arial"/>
                        </a:rPr>
                        <a:t>On-board J-Link; USB-C DEBUG1 is also the console</a:t>
                      </a:r>
                    </a:p>
                  </a:txBody>
                  <a:tcPr marL="64008" marR="64008" marT="27432" marB="27432" anchor="ctr">
                    <a:solidFill>
                      <a:srgbClr val="F2F2F2"/>
                    </a:solidFill>
                  </a:tcPr>
                </a:tc>
              </a:tr>
            </a:tbl>
          </a:graphicData>
        </a:graphic>
      </p:graphicFrame>
      <p:sp>
        <p:nvSpPr>
          <p:cNvPr id="9003" name="TextBox 9002"/>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What the firmware does</a:t>
            </a:r>
          </a:p>
        </p:txBody>
      </p:sp>
      <p:sp>
        <p:nvSpPr>
          <p:cNvPr id="9000" name="Slide Number Placeholder"/>
          <p:cNvSpPr>
            <a:spLocks noGrp="1"/>
          </p:cNvSpPr>
          <p:nvPr>
            <p:ph type="sldNum" sz="quarter" idx="4"/>
          </p:nvPr>
        </p:nvSpPr>
        <p:spPr/>
        <p:txBody>
          <a:bodyPr/>
          <a:lstStyle/>
          <a:p>
            <a:fld id="{6963AAB2-61AF-43A0-84DB-978178EC85A7}" type="slidenum">
              <a:rPr lang="en-US"/>
              <a:t>1</a:t>
            </a:fld>
          </a:p>
        </p:txBody>
      </p:sp>
      <p:sp>
        <p:nvSpPr>
          <p:cNvPr id="9001" name="TextBox 9000"/>
          <p:cNvSpPr txBox="1"/>
          <p:nvPr/>
        </p:nvSpPr>
        <p:spPr>
          <a:xfrm>
            <a:off x="457200" y="932688"/>
            <a:ext cx="8229600"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VISION PIPELINE, ON THE CHIP</a:t>
            </a:r>
          </a:p>
        </p:txBody>
      </p:sp>
      <p:sp>
        <p:nvSpPr>
          <p:cNvPr id="9002" name="Rectangle 9001"/>
          <p:cNvSpPr/>
          <p:nvPr/>
        </p:nvSpPr>
        <p:spPr>
          <a:xfrm>
            <a:off x="457200" y="1207008"/>
            <a:ext cx="1783080" cy="11430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3" name="TextBox 9002"/>
          <p:cNvSpPr txBox="1"/>
          <p:nvPr/>
        </p:nvSpPr>
        <p:spPr>
          <a:xfrm>
            <a:off x="566928" y="1316736"/>
            <a:ext cx="1563624"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Camera</a:t>
            </a:r>
          </a:p>
        </p:txBody>
      </p:sp>
      <p:sp>
        <p:nvSpPr>
          <p:cNvPr id="9004" name="TextBox 9003"/>
          <p:cNvSpPr txBox="1"/>
          <p:nvPr/>
        </p:nvSpPr>
        <p:spPr>
          <a:xfrm>
            <a:off x="566928" y="1626225"/>
            <a:ext cx="1563624" cy="614054"/>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OV5640, MIPI CSI-2, 55 fps into SDRAM</a:t>
            </a:r>
          </a:p>
        </p:txBody>
      </p:sp>
      <p:sp>
        <p:nvSpPr>
          <p:cNvPr id="9005" name="Chevron 9004"/>
          <p:cNvSpPr/>
          <p:nvPr/>
        </p:nvSpPr>
        <p:spPr>
          <a:xfrm>
            <a:off x="2331720" y="1636776"/>
            <a:ext cx="256032" cy="292608"/>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6" name="Rectangle 9005"/>
          <p:cNvSpPr/>
          <p:nvPr/>
        </p:nvSpPr>
        <p:spPr>
          <a:xfrm>
            <a:off x="2679192" y="1207008"/>
            <a:ext cx="1783080" cy="11430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7" name="TextBox 9006"/>
          <p:cNvSpPr txBox="1"/>
          <p:nvPr/>
        </p:nvSpPr>
        <p:spPr>
          <a:xfrm>
            <a:off x="2788920" y="1316736"/>
            <a:ext cx="1563624"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Preprocess</a:t>
            </a:r>
          </a:p>
        </p:txBody>
      </p:sp>
      <p:sp>
        <p:nvSpPr>
          <p:cNvPr id="9008" name="TextBox 9007"/>
          <p:cNvSpPr txBox="1"/>
          <p:nvPr/>
        </p:nvSpPr>
        <p:spPr>
          <a:xfrm>
            <a:off x="2788920" y="1626225"/>
            <a:ext cx="1563624" cy="614054"/>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Crop and convert to the model's input shape</a:t>
            </a:r>
          </a:p>
        </p:txBody>
      </p:sp>
      <p:sp>
        <p:nvSpPr>
          <p:cNvPr id="9009" name="Chevron 9008"/>
          <p:cNvSpPr/>
          <p:nvPr/>
        </p:nvSpPr>
        <p:spPr>
          <a:xfrm>
            <a:off x="4553712" y="1636776"/>
            <a:ext cx="256032" cy="292608"/>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0" name="Rectangle 9009"/>
          <p:cNvSpPr/>
          <p:nvPr/>
        </p:nvSpPr>
        <p:spPr>
          <a:xfrm>
            <a:off x="4901184" y="1207008"/>
            <a:ext cx="1783080" cy="1143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1" name="TextBox 9010"/>
          <p:cNvSpPr txBox="1"/>
          <p:nvPr/>
        </p:nvSpPr>
        <p:spPr>
          <a:xfrm>
            <a:off x="5010912" y="1316736"/>
            <a:ext cx="1563624"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NPU inference</a:t>
            </a:r>
          </a:p>
        </p:txBody>
      </p:sp>
      <p:sp>
        <p:nvSpPr>
          <p:cNvPr id="9012" name="TextBox 9011"/>
          <p:cNvSpPr txBox="1"/>
          <p:nvPr/>
        </p:nvSpPr>
        <p:spPr>
          <a:xfrm>
            <a:off x="5010912" y="1626225"/>
            <a:ext cx="1563624" cy="614054"/>
          </a:xfrm>
          <a:prstGeom prst="rect">
            <a:avLst/>
          </a:prstGeom>
          <a:noFill/>
        </p:spPr>
        <p:txBody>
          <a:bodyPr wrap="square" anchor="t" lIns="0" rIns="0" tIns="0" bIns="0">
            <a:spAutoFit/>
          </a:bodyPr>
          <a:lstStyle/>
          <a:p>
            <a:pPr algn="l">
              <a:lnSpc>
                <a:spcPct val="110000"/>
              </a:lnSpc>
              <a:spcAft>
                <a:spcPts val="300"/>
              </a:spcAft>
            </a:pPr>
            <a:r>
              <a:rPr sz="1050" b="0" i="0">
                <a:solidFill>
                  <a:srgbClr val="FFFFFF"/>
                </a:solidFill>
                <a:latin typeface="Arial"/>
              </a:rPr>
              <a:t>TensorFlow Lite Micro on the Ethos-U55; the model is hot-swappable</a:t>
            </a:r>
          </a:p>
        </p:txBody>
      </p:sp>
      <p:sp>
        <p:nvSpPr>
          <p:cNvPr id="9013" name="Chevron 9012"/>
          <p:cNvSpPr/>
          <p:nvPr/>
        </p:nvSpPr>
        <p:spPr>
          <a:xfrm>
            <a:off x="6775704" y="1636776"/>
            <a:ext cx="256032" cy="292608"/>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4" name="Rectangle 9013"/>
          <p:cNvSpPr/>
          <p:nvPr/>
        </p:nvSpPr>
        <p:spPr>
          <a:xfrm>
            <a:off x="7123176" y="1207008"/>
            <a:ext cx="1783080" cy="11430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5" name="TextBox 9014"/>
          <p:cNvSpPr txBox="1"/>
          <p:nvPr/>
        </p:nvSpPr>
        <p:spPr>
          <a:xfrm>
            <a:off x="7232904" y="1316736"/>
            <a:ext cx="1563624"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Display</a:t>
            </a:r>
          </a:p>
        </p:txBody>
      </p:sp>
      <p:sp>
        <p:nvSpPr>
          <p:cNvPr id="9016" name="TextBox 9015"/>
          <p:cNvSpPr txBox="1"/>
          <p:nvPr/>
        </p:nvSpPr>
        <p:spPr>
          <a:xfrm>
            <a:off x="7232904" y="1626225"/>
            <a:ext cx="1563624" cy="614054"/>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Boxes and labels over the live view at 29 fps</a:t>
            </a:r>
          </a:p>
        </p:txBody>
      </p:sp>
      <p:sp>
        <p:nvSpPr>
          <p:cNvPr id="9017" name="TextBox 9016"/>
          <p:cNvSpPr txBox="1"/>
          <p:nvPr/>
        </p:nvSpPr>
        <p:spPr>
          <a:xfrm>
            <a:off x="457200" y="2514600"/>
            <a:ext cx="8229600"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NETWORK THREAD, TO /IOTCONNECT</a:t>
            </a:r>
          </a:p>
        </p:txBody>
      </p:sp>
      <p:sp>
        <p:nvSpPr>
          <p:cNvPr id="9018" name="Rectangle 9017"/>
          <p:cNvSpPr/>
          <p:nvPr/>
        </p:nvSpPr>
        <p:spPr>
          <a:xfrm>
            <a:off x="457200" y="2788920"/>
            <a:ext cx="1554480" cy="10058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9" name="TextBox 9018"/>
          <p:cNvSpPr txBox="1"/>
          <p:nvPr/>
        </p:nvSpPr>
        <p:spPr>
          <a:xfrm>
            <a:off x="557784" y="2871216"/>
            <a:ext cx="1353312" cy="22860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Telemetry</a:t>
            </a:r>
          </a:p>
        </p:txBody>
      </p:sp>
      <p:sp>
        <p:nvSpPr>
          <p:cNvPr id="9020" name="TextBox 9019"/>
          <p:cNvSpPr txBox="1"/>
          <p:nvPr/>
        </p:nvSpPr>
        <p:spPr>
          <a:xfrm>
            <a:off x="557784" y="3127248"/>
            <a:ext cx="1353312" cy="640080"/>
          </a:xfrm>
          <a:prstGeom prst="rect">
            <a:avLst/>
          </a:prstGeom>
          <a:noFill/>
        </p:spPr>
        <p:txBody>
          <a:bodyPr wrap="square" anchor="t" lIns="0" rIns="0" tIns="0" bIns="0">
            <a:spAutoFit/>
          </a:bodyPr>
          <a:lstStyle/>
          <a:p>
            <a:pPr algn="l">
              <a:lnSpc>
                <a:spcPct val="110000"/>
              </a:lnSpc>
              <a:spcAft>
                <a:spcPts val="0"/>
              </a:spcAft>
            </a:pPr>
            <a:r>
              <a:rPr sz="1000" b="0" i="0">
                <a:solidFill>
                  <a:srgbClr val="000000"/>
                </a:solidFill>
                <a:latin typeface="Arial"/>
              </a:rPr>
              <a:t>every 10 s over MQTT with mutual TLS</a:t>
            </a:r>
          </a:p>
        </p:txBody>
      </p:sp>
      <p:sp>
        <p:nvSpPr>
          <p:cNvPr id="9021" name="Rectangle 9020"/>
          <p:cNvSpPr/>
          <p:nvPr/>
        </p:nvSpPr>
        <p:spPr>
          <a:xfrm>
            <a:off x="2125980" y="2788920"/>
            <a:ext cx="1554480" cy="10058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2" name="TextBox 9021"/>
          <p:cNvSpPr txBox="1"/>
          <p:nvPr/>
        </p:nvSpPr>
        <p:spPr>
          <a:xfrm>
            <a:off x="2226564" y="2871216"/>
            <a:ext cx="1353312" cy="22860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Commands</a:t>
            </a:r>
          </a:p>
        </p:txBody>
      </p:sp>
      <p:sp>
        <p:nvSpPr>
          <p:cNvPr id="9023" name="TextBox 9022"/>
          <p:cNvSpPr txBox="1"/>
          <p:nvPr/>
        </p:nvSpPr>
        <p:spPr>
          <a:xfrm>
            <a:off x="2226564" y="3127248"/>
            <a:ext cx="1353312" cy="640080"/>
          </a:xfrm>
          <a:prstGeom prst="rect">
            <a:avLst/>
          </a:prstGeom>
          <a:noFill/>
        </p:spPr>
        <p:txBody>
          <a:bodyPr wrap="square" anchor="t" lIns="0" rIns="0" tIns="0" bIns="0">
            <a:spAutoFit/>
          </a:bodyPr>
          <a:lstStyle/>
          <a:p>
            <a:pPr algn="l">
              <a:lnSpc>
                <a:spcPct val="110000"/>
              </a:lnSpc>
              <a:spcAft>
                <a:spcPts val="0"/>
              </a:spcAft>
            </a:pPr>
            <a:r>
              <a:rPr sz="1000" b="0" i="0">
                <a:solidFill>
                  <a:srgbClr val="000000"/>
                </a:solidFill>
                <a:latin typeface="Arial"/>
              </a:rPr>
              <a:t>snapshot, model-info, set-interval, reboot</a:t>
            </a:r>
          </a:p>
        </p:txBody>
      </p:sp>
      <p:sp>
        <p:nvSpPr>
          <p:cNvPr id="9024" name="Rectangle 9023"/>
          <p:cNvSpPr/>
          <p:nvPr/>
        </p:nvSpPr>
        <p:spPr>
          <a:xfrm>
            <a:off x="3794760" y="2788920"/>
            <a:ext cx="1554480" cy="1005840"/>
          </a:xfrm>
          <a:prstGeom prst="rect">
            <a:avLst/>
          </a:prstGeom>
          <a:solidFill>
            <a:srgbClr val="FFFFFF"/>
          </a:solidFill>
          <a:ln w="22225">
            <a:solidFill>
              <a:srgbClr val="41C3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5" name="TextBox 9024"/>
          <p:cNvSpPr txBox="1"/>
          <p:nvPr/>
        </p:nvSpPr>
        <p:spPr>
          <a:xfrm>
            <a:off x="3895344" y="2871216"/>
            <a:ext cx="1353312" cy="22860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Model push</a:t>
            </a:r>
          </a:p>
        </p:txBody>
      </p:sp>
      <p:sp>
        <p:nvSpPr>
          <p:cNvPr id="9026" name="TextBox 9025"/>
          <p:cNvSpPr txBox="1"/>
          <p:nvPr/>
        </p:nvSpPr>
        <p:spPr>
          <a:xfrm>
            <a:off x="3895344" y="3127248"/>
            <a:ext cx="1353312" cy="640080"/>
          </a:xfrm>
          <a:prstGeom prst="rect">
            <a:avLst/>
          </a:prstGeom>
          <a:noFill/>
        </p:spPr>
        <p:txBody>
          <a:bodyPr wrap="square" anchor="t" lIns="0" rIns="0" tIns="0" bIns="0">
            <a:spAutoFit/>
          </a:bodyPr>
          <a:lstStyle/>
          <a:p>
            <a:pPr algn="l">
              <a:lnSpc>
                <a:spcPct val="110000"/>
              </a:lnSpc>
              <a:spcAft>
                <a:spcPts val="0"/>
              </a:spcAft>
            </a:pPr>
            <a:r>
              <a:rPr sz="1000" b="0" i="0">
                <a:solidFill>
                  <a:srgbClr val="000000"/>
                </a:solidFill>
                <a:latin typeface="Arial"/>
              </a:rPr>
              <a:t>HTTPS download, validate, hot-swap, persist</a:t>
            </a:r>
          </a:p>
        </p:txBody>
      </p:sp>
      <p:sp>
        <p:nvSpPr>
          <p:cNvPr id="9027" name="Rectangle 9026"/>
          <p:cNvSpPr/>
          <p:nvPr/>
        </p:nvSpPr>
        <p:spPr>
          <a:xfrm>
            <a:off x="5463540" y="2788920"/>
            <a:ext cx="1554480" cy="10058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8" name="TextBox 9027"/>
          <p:cNvSpPr txBox="1"/>
          <p:nvPr/>
        </p:nvSpPr>
        <p:spPr>
          <a:xfrm>
            <a:off x="5564124" y="2871216"/>
            <a:ext cx="1353312" cy="22860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Snapshot</a:t>
            </a:r>
          </a:p>
        </p:txBody>
      </p:sp>
      <p:sp>
        <p:nvSpPr>
          <p:cNvPr id="9029" name="TextBox 9028"/>
          <p:cNvSpPr txBox="1"/>
          <p:nvPr/>
        </p:nvSpPr>
        <p:spPr>
          <a:xfrm>
            <a:off x="5564124" y="3127248"/>
            <a:ext cx="1353312" cy="640080"/>
          </a:xfrm>
          <a:prstGeom prst="rect">
            <a:avLst/>
          </a:prstGeom>
          <a:noFill/>
        </p:spPr>
        <p:txBody>
          <a:bodyPr wrap="square" anchor="t" lIns="0" rIns="0" tIns="0" bIns="0">
            <a:spAutoFit/>
          </a:bodyPr>
          <a:lstStyle/>
          <a:p>
            <a:pPr algn="l">
              <a:lnSpc>
                <a:spcPct val="110000"/>
              </a:lnSpc>
              <a:spcAft>
                <a:spcPts val="0"/>
              </a:spcAft>
            </a:pPr>
            <a:r>
              <a:rPr sz="1000" b="0" i="0">
                <a:solidFill>
                  <a:srgbClr val="000000"/>
                </a:solidFill>
                <a:latin typeface="Arial"/>
              </a:rPr>
              <a:t>annotated PNG, SigV4-signed upload to S3</a:t>
            </a:r>
          </a:p>
        </p:txBody>
      </p:sp>
      <p:sp>
        <p:nvSpPr>
          <p:cNvPr id="9030" name="Rectangle 9029"/>
          <p:cNvSpPr/>
          <p:nvPr/>
        </p:nvSpPr>
        <p:spPr>
          <a:xfrm>
            <a:off x="7132320" y="2788920"/>
            <a:ext cx="1554480" cy="10058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31" name="TextBox 9030"/>
          <p:cNvSpPr txBox="1"/>
          <p:nvPr/>
        </p:nvSpPr>
        <p:spPr>
          <a:xfrm>
            <a:off x="7232904" y="2871216"/>
            <a:ext cx="1353312" cy="22860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Video</a:t>
            </a:r>
          </a:p>
        </p:txBody>
      </p:sp>
      <p:sp>
        <p:nvSpPr>
          <p:cNvPr id="9032" name="TextBox 9031"/>
          <p:cNvSpPr txBox="1"/>
          <p:nvPr/>
        </p:nvSpPr>
        <p:spPr>
          <a:xfrm>
            <a:off x="7232904" y="3127248"/>
            <a:ext cx="1353312" cy="640080"/>
          </a:xfrm>
          <a:prstGeom prst="rect">
            <a:avLst/>
          </a:prstGeom>
          <a:noFill/>
        </p:spPr>
        <p:txBody>
          <a:bodyPr wrap="square" anchor="t" lIns="0" rIns="0" tIns="0" bIns="0">
            <a:spAutoFit/>
          </a:bodyPr>
          <a:lstStyle/>
          <a:p>
            <a:pPr algn="l">
              <a:lnSpc>
                <a:spcPct val="110000"/>
              </a:lnSpc>
              <a:spcAft>
                <a:spcPts val="0"/>
              </a:spcAft>
            </a:pPr>
            <a:r>
              <a:rPr sz="1000" b="0" i="0">
                <a:solidFill>
                  <a:srgbClr val="000000"/>
                </a:solidFill>
                <a:latin typeface="Arial"/>
              </a:rPr>
              <a:t>software H.264 over WebRTC, one viewer</a:t>
            </a:r>
          </a:p>
        </p:txBody>
      </p:sp>
      <p:sp>
        <p:nvSpPr>
          <p:cNvPr id="9033" name="TextBox 9032"/>
          <p:cNvSpPr txBox="1"/>
          <p:nvPr/>
        </p:nvSpPr>
        <p:spPr>
          <a:xfrm>
            <a:off x="457200" y="3931920"/>
            <a:ext cx="8229600" cy="548640"/>
          </a:xfrm>
          <a:prstGeom prst="rect">
            <a:avLst/>
          </a:prstGeom>
          <a:noFill/>
        </p:spPr>
        <p:txBody>
          <a:bodyPr wrap="square" anchor="t" lIns="0" rIns="0" tIns="0" bIns="0">
            <a:spAutoFit/>
          </a:bodyPr>
          <a:lstStyle/>
          <a:p>
            <a:pPr algn="l">
              <a:lnSpc>
                <a:spcPct val="115000"/>
              </a:lnSpc>
              <a:spcAft>
                <a:spcPts val="0"/>
              </a:spcAft>
            </a:pPr>
            <a:r>
              <a:rPr sz="1050" b="0" i="0">
                <a:solidFill>
                  <a:srgbClr val="5F6369"/>
                </a:solidFill>
                <a:latin typeface="Arial"/>
              </a:rPr>
              <a:t>Storage on the 64 MB OSPI flash: a LittleFS volume for the cloud identity and a raw 8 MB slot for the active model. Both are read back at boot, which is why credentials and the pushed model survive a power cycle.</a:t>
            </a:r>
          </a:p>
        </p:txBody>
      </p:sp>
      <p:sp>
        <p:nvSpPr>
          <p:cNvPr id="9034" name="TextBox 9033"/>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/IOTCONNECT in one slide</a:t>
            </a:r>
          </a:p>
        </p:txBody>
      </p:sp>
      <p:sp>
        <p:nvSpPr>
          <p:cNvPr id="9000" name="Slide Number Placeholder"/>
          <p:cNvSpPr>
            <a:spLocks noGrp="1"/>
          </p:cNvSpPr>
          <p:nvPr>
            <p:ph type="sldNum" sz="quarter" idx="4"/>
          </p:nvPr>
        </p:nvSpPr>
        <p:spPr/>
        <p:txBody>
          <a:bodyPr/>
          <a:lstStyle/>
          <a:p>
            <a:fld id="{7427669B-394A-4508-912C-837F35874EE6}" type="slidenum">
              <a:rPr lang="en-US"/>
              <a:t>1</a:t>
            </a:fld>
          </a:p>
        </p:txBody>
      </p:sp>
      <p:sp>
        <p:nvSpPr>
          <p:cNvPr id="9001" name="Rectangle 9000"/>
          <p:cNvSpPr/>
          <p:nvPr/>
        </p:nvSpPr>
        <p:spPr>
          <a:xfrm>
            <a:off x="457200" y="1005840"/>
            <a:ext cx="2606040" cy="16916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85216" y="1133856"/>
            <a:ext cx="235000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Template</a:t>
            </a:r>
          </a:p>
        </p:txBody>
      </p:sp>
      <p:sp>
        <p:nvSpPr>
          <p:cNvPr id="9003" name="TextBox 9002"/>
          <p:cNvSpPr txBox="1"/>
          <p:nvPr/>
        </p:nvSpPr>
        <p:spPr>
          <a:xfrm>
            <a:off x="585216" y="1444752"/>
            <a:ext cx="2350008" cy="1124712"/>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Describes a kind of device: the attributes it reports, the commands it accepts, and whether it may upload files and stream video. Ours is RA8P1 Vision AI.</a:t>
            </a:r>
          </a:p>
        </p:txBody>
      </p:sp>
      <p:sp>
        <p:nvSpPr>
          <p:cNvPr id="9004" name="Rectangle 9003"/>
          <p:cNvSpPr/>
          <p:nvPr/>
        </p:nvSpPr>
        <p:spPr>
          <a:xfrm>
            <a:off x="3268980" y="1005840"/>
            <a:ext cx="2606040" cy="16916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3396996" y="1133856"/>
            <a:ext cx="235000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Device</a:t>
            </a:r>
          </a:p>
        </p:txBody>
      </p:sp>
      <p:sp>
        <p:nvSpPr>
          <p:cNvPr id="9006" name="TextBox 9005"/>
          <p:cNvSpPr txBox="1"/>
          <p:nvPr/>
        </p:nvSpPr>
        <p:spPr>
          <a:xfrm>
            <a:off x="3396996" y="1444752"/>
            <a:ext cx="2350008" cy="1124712"/>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One identity: a Unique ID plus an X.509 certificate and key. The board presents the certificate over mutual TLS; there are no passwords.</a:t>
            </a:r>
          </a:p>
        </p:txBody>
      </p:sp>
      <p:sp>
        <p:nvSpPr>
          <p:cNvPr id="9007" name="Rectangle 9006"/>
          <p:cNvSpPr/>
          <p:nvPr/>
        </p:nvSpPr>
        <p:spPr>
          <a:xfrm>
            <a:off x="6080760" y="1005840"/>
            <a:ext cx="2606040" cy="16916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8" name="TextBox 9007"/>
          <p:cNvSpPr txBox="1"/>
          <p:nvPr/>
        </p:nvSpPr>
        <p:spPr>
          <a:xfrm>
            <a:off x="6208776" y="1133856"/>
            <a:ext cx="235000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Telemetry and commands</a:t>
            </a:r>
          </a:p>
        </p:txBody>
      </p:sp>
      <p:sp>
        <p:nvSpPr>
          <p:cNvPr id="9009" name="TextBox 9008"/>
          <p:cNvSpPr txBox="1"/>
          <p:nvPr/>
        </p:nvSpPr>
        <p:spPr>
          <a:xfrm>
            <a:off x="6208776" y="1444752"/>
            <a:ext cx="2350008" cy="1124712"/>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Device to cloud every 10 seconds; cloud to device on demand, each acknowledged. MQTT over TLS on port 8883.</a:t>
            </a:r>
          </a:p>
        </p:txBody>
      </p:sp>
      <p:sp>
        <p:nvSpPr>
          <p:cNvPr id="9010" name="Rectangle 9009"/>
          <p:cNvSpPr/>
          <p:nvPr/>
        </p:nvSpPr>
        <p:spPr>
          <a:xfrm>
            <a:off x="457200" y="2880360"/>
            <a:ext cx="2606040" cy="16916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1" name="TextBox 9010"/>
          <p:cNvSpPr txBox="1"/>
          <p:nvPr/>
        </p:nvSpPr>
        <p:spPr>
          <a:xfrm>
            <a:off x="585216" y="3008376"/>
            <a:ext cx="235000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Dashboard</a:t>
            </a:r>
          </a:p>
        </p:txBody>
      </p:sp>
      <p:sp>
        <p:nvSpPr>
          <p:cNvPr id="9012" name="TextBox 9011"/>
          <p:cNvSpPr txBox="1"/>
          <p:nvPr/>
        </p:nvSpPr>
        <p:spPr>
          <a:xfrm>
            <a:off x="585216" y="3319272"/>
            <a:ext cx="2350008" cy="1124711"/>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Widgets bound to one device's attributes and commands. You import a ready-made one and bind it to your device.</a:t>
            </a:r>
          </a:p>
        </p:txBody>
      </p:sp>
      <p:sp>
        <p:nvSpPr>
          <p:cNvPr id="9013" name="Rectangle 9012"/>
          <p:cNvSpPr/>
          <p:nvPr/>
        </p:nvSpPr>
        <p:spPr>
          <a:xfrm>
            <a:off x="3268980" y="2880360"/>
            <a:ext cx="2606040" cy="1691640"/>
          </a:xfrm>
          <a:prstGeom prst="rect">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4" name="TextBox 9013"/>
          <p:cNvSpPr txBox="1"/>
          <p:nvPr/>
        </p:nvSpPr>
        <p:spPr>
          <a:xfrm>
            <a:off x="3396996" y="3008376"/>
            <a:ext cx="2350008" cy="274320"/>
          </a:xfrm>
          <a:prstGeom prst="rect">
            <a:avLst/>
          </a:prstGeom>
          <a:noFill/>
        </p:spPr>
        <p:txBody>
          <a:bodyPr wrap="square" anchor="t" lIns="0" rIns="0" tIns="0" bIns="0">
            <a:spAutoFit/>
          </a:bodyPr>
          <a:lstStyle/>
          <a:p>
            <a:pPr algn="l">
              <a:lnSpc>
                <a:spcPct val="110000"/>
              </a:lnSpc>
              <a:spcAft>
                <a:spcPts val="0"/>
              </a:spcAft>
            </a:pPr>
            <a:r>
              <a:rPr sz="1300" b="1" i="0">
                <a:solidFill>
                  <a:srgbClr val="FFFFFF"/>
                </a:solidFill>
                <a:latin typeface="Arial"/>
              </a:rPr>
              <a:t>AI Models</a:t>
            </a:r>
          </a:p>
        </p:txBody>
      </p:sp>
      <p:sp>
        <p:nvSpPr>
          <p:cNvPr id="9015" name="TextBox 9014"/>
          <p:cNvSpPr txBox="1"/>
          <p:nvPr/>
        </p:nvSpPr>
        <p:spPr>
          <a:xfrm>
            <a:off x="3396996" y="3319272"/>
            <a:ext cx="2350008" cy="1124711"/>
          </a:xfrm>
          <a:prstGeom prst="rect">
            <a:avLst/>
          </a:prstGeom>
          <a:noFill/>
        </p:spPr>
        <p:txBody>
          <a:bodyPr wrap="square" anchor="t" lIns="0" rIns="0" tIns="0" bIns="0">
            <a:spAutoFit/>
          </a:bodyPr>
          <a:lstStyle/>
          <a:p>
            <a:pPr algn="l">
              <a:lnSpc>
                <a:spcPct val="110000"/>
              </a:lnSpc>
              <a:spcAft>
                <a:spcPts val="300"/>
              </a:spcAft>
            </a:pPr>
            <a:r>
              <a:rPr sz="1050" b="0" i="0">
                <a:solidFill>
                  <a:srgbClr val="FFFFFF"/>
                </a:solidFill>
                <a:latin typeface="Arial"/>
              </a:rPr>
              <a:t>Register a model file once, version it, and deploy it to any device on a compatible template. The device does the rest.</a:t>
            </a:r>
          </a:p>
        </p:txBody>
      </p:sp>
      <p:sp>
        <p:nvSpPr>
          <p:cNvPr id="9016" name="Rectangle 9015"/>
          <p:cNvSpPr/>
          <p:nvPr/>
        </p:nvSpPr>
        <p:spPr>
          <a:xfrm>
            <a:off x="6080760" y="2880360"/>
            <a:ext cx="2606040" cy="16916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7" name="TextBox 9016"/>
          <p:cNvSpPr txBox="1"/>
          <p:nvPr/>
        </p:nvSpPr>
        <p:spPr>
          <a:xfrm>
            <a:off x="6208776" y="3008376"/>
            <a:ext cx="235000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Telemetry Files</a:t>
            </a:r>
          </a:p>
        </p:txBody>
      </p:sp>
      <p:sp>
        <p:nvSpPr>
          <p:cNvPr id="9018" name="TextBox 9017"/>
          <p:cNvSpPr txBox="1"/>
          <p:nvPr/>
        </p:nvSpPr>
        <p:spPr>
          <a:xfrm>
            <a:off x="6208776" y="3319272"/>
            <a:ext cx="2350008" cy="1124711"/>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Files the device uploads, such as the annotated snapshot. The board signs the S3 upload itself with temporary AWS credentials.</a:t>
            </a:r>
          </a:p>
        </p:txBody>
      </p:sp>
      <p:sp>
        <p:nvSpPr>
          <p:cNvPr id="9019" name="TextBox 9018"/>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9224" y="1143000"/>
            <a:ext cx="6309360" cy="1371600"/>
          </a:xfrm>
          <a:prstGeom prst="rect">
            <a:avLst/>
          </a:prstGeom>
          <a:noFill/>
        </p:spPr>
        <p:txBody>
          <a:bodyPr wrap="square" anchor="b" lIns="0" rIns="0" tIns="0" bIns="0">
            <a:spAutoFit/>
          </a:bodyPr>
          <a:lstStyle/>
          <a:p>
            <a:pPr algn="l">
              <a:lnSpc>
                <a:spcPct val="105000"/>
              </a:lnSpc>
              <a:spcAft>
                <a:spcPts val="0"/>
              </a:spcAft>
            </a:pPr>
            <a:r>
              <a:rPr sz="2200" b="0" i="0">
                <a:solidFill>
                  <a:srgbClr val="000000"/>
                </a:solidFill>
                <a:latin typeface="Arial"/>
              </a:rPr>
              <a:t>Click Deploy in AI Models. The board downloads the model, validates it, swaps it in between two inferences and saves it to flash.</a:t>
            </a:r>
          </a:p>
        </p:txBody>
      </p:sp>
      <p:cxnSp>
        <p:nvCxnSpPr>
          <p:cNvPr id="3" name="Connector 2"/>
          <p:cNvCxnSpPr/>
          <p:nvPr/>
        </p:nvCxnSpPr>
        <p:spPr>
          <a:xfrm>
            <a:off x="749808" y="2606040"/>
            <a:ext cx="5779008" cy="0"/>
          </a:xfrm>
          <a:prstGeom prst="line">
            <a:avLst/>
          </a:prstGeom>
          <a:ln w="6350">
            <a:solidFill>
              <a:srgbClr val="FFFFF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9224" y="2743200"/>
            <a:ext cx="6309360" cy="1463040"/>
          </a:xfrm>
          <a:prstGeom prst="rect">
            <a:avLst/>
          </a:prstGeom>
          <a:noFill/>
        </p:spPr>
        <p:txBody>
          <a:bodyPr wrap="square" anchor="t" lIns="0" rIns="0" tIns="0" bIns="0">
            <a:spAutoFit/>
          </a:bodyPr>
          <a:lstStyle/>
          <a:p>
            <a:pPr algn="l">
              <a:lnSpc>
                <a:spcPct val="115000"/>
              </a:lnSpc>
              <a:spcAft>
                <a:spcPts val="600"/>
              </a:spcAft>
            </a:pPr>
            <a:r>
              <a:rPr sz="1600" b="0" i="0">
                <a:solidFill>
                  <a:srgbClr val="000000"/>
                </a:solidFill>
                <a:latin typeface="Arial"/>
              </a:rPr>
              <a:t>No reflash. No reboot. Uptime uninterrupted. It comes back after a power cut.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lab flow</a:t>
            </a:r>
          </a:p>
        </p:txBody>
      </p:sp>
      <p:sp>
        <p:nvSpPr>
          <p:cNvPr id="9000" name="Slide Number Placeholder"/>
          <p:cNvSpPr>
            <a:spLocks noGrp="1"/>
          </p:cNvSpPr>
          <p:nvPr>
            <p:ph type="sldNum" sz="quarter" idx="4"/>
          </p:nvPr>
        </p:nvSpPr>
        <p:spPr/>
        <p:txBody>
          <a:bodyPr/>
          <a:lstStyle/>
          <a:p>
            <a:fld id="{F6A98EA6-BFE5-4C5C-8776-DA95C3E8B418}" type="slidenum">
              <a:rPr lang="en-US"/>
              <a:t>1</a:t>
            </a:fld>
          </a:p>
        </p:txBody>
      </p:sp>
      <p:graphicFrame>
        <p:nvGraphicFramePr>
          <p:cNvPr id="9001" name="Table 9000"/>
          <p:cNvGraphicFramePr>
            <a:graphicFrameLocks noGrp="1"/>
          </p:cNvGraphicFramePr>
          <p:nvPr/>
        </p:nvGraphicFramePr>
        <p:xfrm>
          <a:off x="457200" y="1005840"/>
          <a:ext cx="8229598" cy="2688336"/>
        </p:xfrm>
        <a:graphic>
          <a:graphicData uri="http://schemas.openxmlformats.org/drawingml/2006/table">
            <a:tbl>
              <a:tblPr firstRow="1">
                <a:tableStyleId>{5C22544A-7EE6-4342-B048-85BDC9FD1C3A}</a:tableStyleId>
              </a:tblPr>
              <a:tblGrid>
                <a:gridCol w="500141"/>
                <a:gridCol w="2000565"/>
                <a:gridCol w="3091783"/>
                <a:gridCol w="2182435"/>
                <a:gridCol w="454674"/>
              </a:tblGrid>
              <a:tr h="384048">
                <a:tc>
                  <a:txBody>
                    <a:bodyPr wrap="square"/>
                    <a:lstStyle/>
                    <a:p>
                      <a:pPr algn="ctr"/>
                      <a:r>
                        <a:rPr sz="1000" b="1" i="0">
                          <a:solidFill>
                            <a:srgbClr val="FFFFFF"/>
                          </a:solidFill>
                          <a:latin typeface="Arial"/>
                        </a:rPr>
                        <a:t>Lab</a:t>
                      </a:r>
                    </a:p>
                  </a:txBody>
                  <a:tcPr marL="64008" marR="64008" marT="27432" marB="27432" anchor="ctr">
                    <a:solidFill>
                      <a:srgbClr val="000000"/>
                    </a:solidFill>
                  </a:tcPr>
                </a:tc>
                <a:tc>
                  <a:txBody>
                    <a:bodyPr wrap="square"/>
                    <a:lstStyle/>
                    <a:p>
                      <a:pPr algn="l"/>
                      <a:r>
                        <a:rPr sz="1000" b="1" i="0">
                          <a:solidFill>
                            <a:srgbClr val="FFFFFF"/>
                          </a:solidFill>
                          <a:latin typeface="Arial"/>
                        </a:rPr>
                        <a:t>Name</a:t>
                      </a:r>
                    </a:p>
                  </a:txBody>
                  <a:tcPr marL="64008" marR="64008" marT="27432" marB="27432" anchor="ctr">
                    <a:solidFill>
                      <a:srgbClr val="000000"/>
                    </a:solidFill>
                  </a:tcPr>
                </a:tc>
                <a:tc>
                  <a:txBody>
                    <a:bodyPr wrap="square"/>
                    <a:lstStyle/>
                    <a:p>
                      <a:pPr algn="l"/>
                      <a:r>
                        <a:rPr sz="1000" b="1" i="0">
                          <a:solidFill>
                            <a:srgbClr val="FFFFFF"/>
                          </a:solidFill>
                          <a:latin typeface="Arial"/>
                        </a:rPr>
                        <a:t>What you do</a:t>
                      </a:r>
                    </a:p>
                  </a:txBody>
                  <a:tcPr marL="64008" marR="64008" marT="27432" marB="27432" anchor="ctr">
                    <a:solidFill>
                      <a:srgbClr val="000000"/>
                    </a:solidFill>
                  </a:tcPr>
                </a:tc>
                <a:tc>
                  <a:txBody>
                    <a:bodyPr wrap="square"/>
                    <a:lstStyle/>
                    <a:p>
                      <a:pPr algn="l"/>
                      <a:r>
                        <a:rPr sz="1000" b="1" i="0">
                          <a:solidFill>
                            <a:srgbClr val="FFFFFF"/>
                          </a:solidFill>
                          <a:latin typeface="Arial"/>
                        </a:rPr>
                        <a:t>Checkpoint</a:t>
                      </a:r>
                    </a:p>
                  </a:txBody>
                  <a:tcPr marL="64008" marR="64008" marT="27432" marB="27432" anchor="ctr">
                    <a:solidFill>
                      <a:srgbClr val="000000"/>
                    </a:solidFill>
                  </a:tcPr>
                </a:tc>
                <a:tc>
                  <a:txBody>
                    <a:bodyPr wrap="square"/>
                    <a:lstStyle/>
                    <a:p>
                      <a:pPr algn="r"/>
                      <a:r>
                        <a:rPr sz="1000" b="1" i="0">
                          <a:solidFill>
                            <a:srgbClr val="FFFFFF"/>
                          </a:solidFill>
                          <a:latin typeface="Arial"/>
                        </a:rPr>
                        <a:t>Min</a:t>
                      </a:r>
                    </a:p>
                  </a:txBody>
                  <a:tcPr marL="64008" marR="64008" marT="27432" marB="27432" anchor="ctr">
                    <a:solidFill>
                      <a:srgbClr val="000000"/>
                    </a:solidFill>
                  </a:tcPr>
                </a:tc>
              </a:tr>
              <a:tr h="384048">
                <a:tc>
                  <a:txBody>
                    <a:bodyPr wrap="square"/>
                    <a:lstStyle/>
                    <a:p>
                      <a:pPr algn="ctr"/>
                      <a:r>
                        <a:rPr sz="1000" b="0" i="0">
                          <a:solidFill>
                            <a:srgbClr val="000000"/>
                          </a:solidFill>
                          <a:latin typeface="Arial"/>
                        </a:rPr>
                        <a:t>1</a:t>
                      </a:r>
                    </a:p>
                  </a:txBody>
                  <a:tcPr marL="64008" marR="64008" marT="27432" marB="27432" anchor="ctr">
                    <a:solidFill>
                      <a:srgbClr val="FFFFFF"/>
                    </a:solidFill>
                  </a:tcPr>
                </a:tc>
                <a:tc>
                  <a:txBody>
                    <a:bodyPr wrap="square"/>
                    <a:lstStyle/>
                    <a:p>
                      <a:pPr algn="l"/>
                      <a:r>
                        <a:rPr sz="1000" b="0" i="0">
                          <a:solidFill>
                            <a:srgbClr val="000000"/>
                          </a:solidFill>
                          <a:latin typeface="Arial"/>
                        </a:rPr>
                        <a:t>Meet your board</a:t>
                      </a:r>
                    </a:p>
                  </a:txBody>
                  <a:tcPr marL="64008" marR="64008" marT="27432" marB="27432" anchor="ctr">
                    <a:solidFill>
                      <a:srgbClr val="FFFFFF"/>
                    </a:solidFill>
                  </a:tcPr>
                </a:tc>
                <a:tc>
                  <a:txBody>
                    <a:bodyPr wrap="square"/>
                    <a:lstStyle/>
                    <a:p>
                      <a:pPr algn="l"/>
                      <a:r>
                        <a:rPr sz="1000" b="0" i="0">
                          <a:solidFill>
                            <a:srgbClr val="000000"/>
                          </a:solidFill>
                          <a:latin typeface="Arial"/>
                        </a:rPr>
                        <a:t>Console at 230400, confirm MAC and IPv4</a:t>
                      </a:r>
                    </a:p>
                  </a:txBody>
                  <a:tcPr marL="64008" marR="64008" marT="27432" marB="27432" anchor="ctr">
                    <a:solidFill>
                      <a:srgbClr val="FFFFFF"/>
                    </a:solidFill>
                  </a:tcPr>
                </a:tc>
                <a:tc>
                  <a:txBody>
                    <a:bodyPr wrap="square"/>
                    <a:lstStyle/>
                    <a:p>
                      <a:pPr algn="l"/>
                      <a:r>
                        <a:rPr sz="1000" b="0" i="0">
                          <a:solidFill>
                            <a:srgbClr val="000000"/>
                          </a:solidFill>
                          <a:latin typeface="Arial"/>
                        </a:rPr>
                        <a:t>Camera at 55 fps, network up</a:t>
                      </a:r>
                    </a:p>
                  </a:txBody>
                  <a:tcPr marL="64008" marR="64008" marT="27432" marB="27432" anchor="ctr">
                    <a:solidFill>
                      <a:srgbClr val="FFFFFF"/>
                    </a:solidFill>
                  </a:tcPr>
                </a:tc>
                <a:tc>
                  <a:txBody>
                    <a:bodyPr wrap="square"/>
                    <a:lstStyle/>
                    <a:p>
                      <a:pPr algn="r"/>
                      <a:r>
                        <a:rPr sz="1000" b="0" i="0">
                          <a:solidFill>
                            <a:srgbClr val="000000"/>
                          </a:solidFill>
                          <a:latin typeface="Arial"/>
                        </a:rPr>
                        <a:t>10</a:t>
                      </a:r>
                    </a:p>
                  </a:txBody>
                  <a:tcPr marL="64008" marR="64008" marT="27432" marB="27432" anchor="ctr">
                    <a:solidFill>
                      <a:srgbClr val="FFFFFF"/>
                    </a:solidFill>
                  </a:tcPr>
                </a:tc>
              </a:tr>
              <a:tr h="384048">
                <a:tc>
                  <a:txBody>
                    <a:bodyPr wrap="square"/>
                    <a:lstStyle/>
                    <a:p>
                      <a:pPr algn="ctr"/>
                      <a:r>
                        <a:rPr sz="1000" b="0" i="0">
                          <a:solidFill>
                            <a:srgbClr val="000000"/>
                          </a:solidFill>
                          <a:latin typeface="Arial"/>
                        </a:rPr>
                        <a:t>2</a:t>
                      </a:r>
                    </a:p>
                  </a:txBody>
                  <a:tcPr marL="64008" marR="64008" marT="27432" marB="27432" anchor="ctr">
                    <a:solidFill>
                      <a:srgbClr val="F2F2F2"/>
                    </a:solidFill>
                  </a:tcPr>
                </a:tc>
                <a:tc>
                  <a:txBody>
                    <a:bodyPr wrap="square"/>
                    <a:lstStyle/>
                    <a:p>
                      <a:pPr algn="l"/>
                      <a:r>
                        <a:rPr sz="1000" b="0" i="0">
                          <a:solidFill>
                            <a:srgbClr val="000000"/>
                          </a:solidFill>
                          <a:latin typeface="Arial"/>
                        </a:rPr>
                        <a:t>Claim your device</a:t>
                      </a:r>
                    </a:p>
                  </a:txBody>
                  <a:tcPr marL="64008" marR="64008" marT="27432" marB="27432" anchor="ctr">
                    <a:solidFill>
                      <a:srgbClr val="F2F2F2"/>
                    </a:solidFill>
                  </a:tcPr>
                </a:tc>
                <a:tc>
                  <a:txBody>
                    <a:bodyPr wrap="square"/>
                    <a:lstStyle/>
                    <a:p>
                      <a:pPr algn="l"/>
                      <a:r>
                        <a:rPr sz="1000" b="0" i="0">
                          <a:solidFill>
                            <a:srgbClr val="000000"/>
                          </a:solidFill>
                          <a:latin typeface="Arial"/>
                        </a:rPr>
                        <a:t>Create a device from the RA8P1 Vision AI template</a:t>
                      </a:r>
                    </a:p>
                  </a:txBody>
                  <a:tcPr marL="64008" marR="64008" marT="27432" marB="27432" anchor="ctr">
                    <a:solidFill>
                      <a:srgbClr val="F2F2F2"/>
                    </a:solidFill>
                  </a:tcPr>
                </a:tc>
                <a:tc>
                  <a:txBody>
                    <a:bodyPr wrap="square"/>
                    <a:lstStyle/>
                    <a:p>
                      <a:pPr algn="l"/>
                      <a:r>
                        <a:rPr sz="1000" b="0" i="0">
                          <a:solidFill>
                            <a:srgbClr val="000000"/>
                          </a:solidFill>
                          <a:latin typeface="Arial"/>
                        </a:rPr>
                        <a:t>Certificate and key downloaded</a:t>
                      </a:r>
                    </a:p>
                  </a:txBody>
                  <a:tcPr marL="64008" marR="64008" marT="27432" marB="27432" anchor="ctr">
                    <a:solidFill>
                      <a:srgbClr val="F2F2F2"/>
                    </a:solidFill>
                  </a:tcPr>
                </a:tc>
                <a:tc>
                  <a:txBody>
                    <a:bodyPr wrap="square"/>
                    <a:lstStyle/>
                    <a:p>
                      <a:pPr algn="r"/>
                      <a:r>
                        <a:rPr sz="1000" b="0" i="0">
                          <a:solidFill>
                            <a:srgbClr val="000000"/>
                          </a:solidFill>
                          <a:latin typeface="Arial"/>
                        </a:rPr>
                        <a:t>10</a:t>
                      </a:r>
                    </a:p>
                  </a:txBody>
                  <a:tcPr marL="64008" marR="64008" marT="27432" marB="27432" anchor="ctr">
                    <a:solidFill>
                      <a:srgbClr val="F2F2F2"/>
                    </a:solidFill>
                  </a:tcPr>
                </a:tc>
              </a:tr>
              <a:tr h="384048">
                <a:tc>
                  <a:txBody>
                    <a:bodyPr wrap="square"/>
                    <a:lstStyle/>
                    <a:p>
                      <a:pPr algn="ctr"/>
                      <a:r>
                        <a:rPr sz="1000" b="0" i="0">
                          <a:solidFill>
                            <a:srgbClr val="000000"/>
                          </a:solidFill>
                          <a:latin typeface="Arial"/>
                        </a:rPr>
                        <a:t>3</a:t>
                      </a:r>
                    </a:p>
                  </a:txBody>
                  <a:tcPr marL="64008" marR="64008" marT="27432" marB="27432" anchor="ctr">
                    <a:solidFill>
                      <a:srgbClr val="FFFFFF"/>
                    </a:solidFill>
                  </a:tcPr>
                </a:tc>
                <a:tc>
                  <a:txBody>
                    <a:bodyPr wrap="square"/>
                    <a:lstStyle/>
                    <a:p>
                      <a:pPr algn="l"/>
                      <a:r>
                        <a:rPr sz="1000" b="0" i="0">
                          <a:solidFill>
                            <a:srgbClr val="000000"/>
                          </a:solidFill>
                          <a:latin typeface="Arial"/>
                        </a:rPr>
                        <a:t>Provision the board</a:t>
                      </a:r>
                    </a:p>
                  </a:txBody>
                  <a:tcPr marL="64008" marR="64008" marT="27432" marB="27432" anchor="ctr">
                    <a:solidFill>
                      <a:srgbClr val="FFFFFF"/>
                    </a:solidFill>
                  </a:tcPr>
                </a:tc>
                <a:tc>
                  <a:txBody>
                    <a:bodyPr wrap="square"/>
                    <a:lstStyle/>
                    <a:p>
                      <a:pPr algn="l"/>
                      <a:r>
                        <a:rPr sz="1000" b="0" i="0">
                          <a:solidFill>
                            <a:srgbClr val="000000"/>
                          </a:solidFill>
                          <a:latin typeface="Arial"/>
                        </a:rPr>
                        <a:t>set env, cpid, duid; paste cert and key; apply</a:t>
                      </a:r>
                    </a:p>
                  </a:txBody>
                  <a:tcPr marL="64008" marR="64008" marT="27432" marB="27432" anchor="ctr">
                    <a:solidFill>
                      <a:srgbClr val="FFFFFF"/>
                    </a:solidFill>
                  </a:tcPr>
                </a:tc>
                <a:tc>
                  <a:txBody>
                    <a:bodyPr wrap="square"/>
                    <a:lstStyle/>
                    <a:p>
                      <a:pPr algn="l"/>
                      <a:r>
                        <a:rPr sz="1000" b="0" i="0">
                          <a:solidFill>
                            <a:srgbClr val="000000"/>
                          </a:solidFill>
                          <a:latin typeface="Arial"/>
                        </a:rPr>
                        <a:t>IOTC: connected</a:t>
                      </a:r>
                    </a:p>
                  </a:txBody>
                  <a:tcPr marL="64008" marR="64008" marT="27432" marB="27432" anchor="ctr">
                    <a:solidFill>
                      <a:srgbClr val="FFFFFF"/>
                    </a:solidFill>
                  </a:tcPr>
                </a:tc>
                <a:tc>
                  <a:txBody>
                    <a:bodyPr wrap="square"/>
                    <a:lstStyle/>
                    <a:p>
                      <a:pPr algn="r"/>
                      <a:r>
                        <a:rPr sz="1000" b="0" i="0">
                          <a:solidFill>
                            <a:srgbClr val="000000"/>
                          </a:solidFill>
                          <a:latin typeface="Arial"/>
                        </a:rPr>
                        <a:t>15</a:t>
                      </a:r>
                    </a:p>
                  </a:txBody>
                  <a:tcPr marL="64008" marR="64008" marT="27432" marB="27432" anchor="ctr">
                    <a:solidFill>
                      <a:srgbClr val="FFFFFF"/>
                    </a:solidFill>
                  </a:tcPr>
                </a:tc>
              </a:tr>
              <a:tr h="384048">
                <a:tc>
                  <a:txBody>
                    <a:bodyPr wrap="square"/>
                    <a:lstStyle/>
                    <a:p>
                      <a:pPr algn="ctr"/>
                      <a:r>
                        <a:rPr sz="1000" b="0" i="0">
                          <a:solidFill>
                            <a:srgbClr val="000000"/>
                          </a:solidFill>
                          <a:latin typeface="Arial"/>
                        </a:rPr>
                        <a:t>4</a:t>
                      </a:r>
                    </a:p>
                  </a:txBody>
                  <a:tcPr marL="64008" marR="64008" marT="27432" marB="27432" anchor="ctr">
                    <a:solidFill>
                      <a:srgbClr val="F2F2F2"/>
                    </a:solidFill>
                  </a:tcPr>
                </a:tc>
                <a:tc>
                  <a:txBody>
                    <a:bodyPr wrap="square"/>
                    <a:lstStyle/>
                    <a:p>
                      <a:pPr algn="l"/>
                      <a:r>
                        <a:rPr sz="1000" b="0" i="0">
                          <a:solidFill>
                            <a:srgbClr val="000000"/>
                          </a:solidFill>
                          <a:latin typeface="Arial"/>
                        </a:rPr>
                        <a:t>Dashboard, first push, snapshot</a:t>
                      </a:r>
                    </a:p>
                  </a:txBody>
                  <a:tcPr marL="64008" marR="64008" marT="27432" marB="27432" anchor="ctr">
                    <a:solidFill>
                      <a:srgbClr val="F2F2F2"/>
                    </a:solidFill>
                  </a:tcPr>
                </a:tc>
                <a:tc>
                  <a:txBody>
                    <a:bodyPr wrap="square"/>
                    <a:lstStyle/>
                    <a:p>
                      <a:pPr algn="l"/>
                      <a:r>
                        <a:rPr sz="1000" b="0" i="0">
                          <a:solidFill>
                            <a:srgbClr val="000000"/>
                          </a:solidFill>
                          <a:latin typeface="Arial"/>
                        </a:rPr>
                        <a:t>Import the dashboard, deploy Face Detect, Take Snapshot</a:t>
                      </a:r>
                    </a:p>
                  </a:txBody>
                  <a:tcPr marL="64008" marR="64008" marT="27432" marB="27432" anchor="ctr">
                    <a:solidFill>
                      <a:srgbClr val="F2F2F2"/>
                    </a:solidFill>
                  </a:tcPr>
                </a:tc>
                <a:tc>
                  <a:txBody>
                    <a:bodyPr wrap="square"/>
                    <a:lstStyle/>
                    <a:p>
                      <a:pPr algn="l"/>
                      <a:r>
                        <a:rPr sz="1000" b="0" i="0">
                          <a:solidFill>
                            <a:srgbClr val="000000"/>
                          </a:solidFill>
                          <a:latin typeface="Arial"/>
                        </a:rPr>
                        <a:t>A snapshot with a box on it</a:t>
                      </a:r>
                    </a:p>
                  </a:txBody>
                  <a:tcPr marL="64008" marR="64008" marT="27432" marB="27432" anchor="ctr">
                    <a:solidFill>
                      <a:srgbClr val="F2F2F2"/>
                    </a:solidFill>
                  </a:tcPr>
                </a:tc>
                <a:tc>
                  <a:txBody>
                    <a:bodyPr wrap="square"/>
                    <a:lstStyle/>
                    <a:p>
                      <a:pPr algn="r"/>
                      <a:r>
                        <a:rPr sz="1000" b="0" i="0">
                          <a:solidFill>
                            <a:srgbClr val="000000"/>
                          </a:solidFill>
                          <a:latin typeface="Arial"/>
                        </a:rPr>
                        <a:t>20</a:t>
                      </a:r>
                    </a:p>
                  </a:txBody>
                  <a:tcPr marL="64008" marR="64008" marT="27432" marB="27432" anchor="ctr">
                    <a:solidFill>
                      <a:srgbClr val="F2F2F2"/>
                    </a:solidFill>
                  </a:tcPr>
                </a:tc>
              </a:tr>
              <a:tr h="384048">
                <a:tc>
                  <a:txBody>
                    <a:bodyPr wrap="square"/>
                    <a:lstStyle/>
                    <a:p>
                      <a:pPr algn="ctr"/>
                      <a:r>
                        <a:rPr sz="1000" b="0" i="0">
                          <a:solidFill>
                            <a:srgbClr val="000000"/>
                          </a:solidFill>
                          <a:latin typeface="Arial"/>
                        </a:rPr>
                        <a:t>5</a:t>
                      </a:r>
                    </a:p>
                  </a:txBody>
                  <a:tcPr marL="64008" marR="64008" marT="27432" marB="27432" anchor="ctr">
                    <a:solidFill>
                      <a:srgbClr val="FFFFFF"/>
                    </a:solidFill>
                  </a:tcPr>
                </a:tc>
                <a:tc>
                  <a:txBody>
                    <a:bodyPr wrap="square"/>
                    <a:lstStyle/>
                    <a:p>
                      <a:pPr algn="l"/>
                      <a:r>
                        <a:rPr sz="1000" b="0" i="0">
                          <a:solidFill>
                            <a:srgbClr val="000000"/>
                          </a:solidFill>
                          <a:latin typeface="Arial"/>
                        </a:rPr>
                        <a:t>Re-task the device</a:t>
                      </a:r>
                    </a:p>
                  </a:txBody>
                  <a:tcPr marL="64008" marR="64008" marT="27432" marB="27432" anchor="ctr">
                    <a:solidFill>
                      <a:srgbClr val="FFFFFF"/>
                    </a:solidFill>
                  </a:tcPr>
                </a:tc>
                <a:tc>
                  <a:txBody>
                    <a:bodyPr wrap="square"/>
                    <a:lstStyle/>
                    <a:p>
                      <a:pPr algn="l"/>
                      <a:r>
                        <a:rPr sz="1000" b="0" i="0">
                          <a:solidFill>
                            <a:srgbClr val="000000"/>
                          </a:solidFill>
                          <a:latin typeface="Arial"/>
                        </a:rPr>
                        <a:t>Classifier, person detector, model-info, power-cycle</a:t>
                      </a:r>
                    </a:p>
                  </a:txBody>
                  <a:tcPr marL="64008" marR="64008" marT="27432" marB="27432" anchor="ctr">
                    <a:solidFill>
                      <a:srgbClr val="FFFFFF"/>
                    </a:solidFill>
                  </a:tcPr>
                </a:tc>
                <a:tc>
                  <a:txBody>
                    <a:bodyPr wrap="square"/>
                    <a:lstStyle/>
                    <a:p>
                      <a:pPr algn="l"/>
                      <a:r>
                        <a:rPr sz="1000" b="0" i="0">
                          <a:solidFill>
                            <a:srgbClr val="000000"/>
                          </a:solidFill>
                          <a:latin typeface="Arial"/>
                        </a:rPr>
                        <a:t>Model reloads from flash</a:t>
                      </a:r>
                    </a:p>
                  </a:txBody>
                  <a:tcPr marL="64008" marR="64008" marT="27432" marB="27432" anchor="ctr">
                    <a:solidFill>
                      <a:srgbClr val="FFFFFF"/>
                    </a:solidFill>
                  </a:tcPr>
                </a:tc>
                <a:tc>
                  <a:txBody>
                    <a:bodyPr wrap="square"/>
                    <a:lstStyle/>
                    <a:p>
                      <a:pPr algn="r"/>
                      <a:r>
                        <a:rPr sz="1000" b="0" i="0">
                          <a:solidFill>
                            <a:srgbClr val="000000"/>
                          </a:solidFill>
                          <a:latin typeface="Arial"/>
                        </a:rPr>
                        <a:t>30</a:t>
                      </a:r>
                    </a:p>
                  </a:txBody>
                  <a:tcPr marL="64008" marR="64008" marT="27432" marB="27432" anchor="ctr">
                    <a:solidFill>
                      <a:srgbClr val="FFFFFF"/>
                    </a:solidFill>
                  </a:tcPr>
                </a:tc>
              </a:tr>
              <a:tr h="384048">
                <a:tc>
                  <a:txBody>
                    <a:bodyPr wrap="square"/>
                    <a:lstStyle/>
                    <a:p>
                      <a:pPr algn="ctr"/>
                      <a:r>
                        <a:rPr sz="1000" b="0" i="0">
                          <a:solidFill>
                            <a:srgbClr val="000000"/>
                          </a:solidFill>
                          <a:latin typeface="Arial"/>
                        </a:rPr>
                        <a:t>6</a:t>
                      </a:r>
                    </a:p>
                  </a:txBody>
                  <a:tcPr marL="64008" marR="64008" marT="27432" marB="27432" anchor="ctr">
                    <a:solidFill>
                      <a:srgbClr val="F2F2F2"/>
                    </a:solidFill>
                  </a:tcPr>
                </a:tc>
                <a:tc>
                  <a:txBody>
                    <a:bodyPr wrap="square"/>
                    <a:lstStyle/>
                    <a:p>
                      <a:pPr algn="l"/>
                      <a:r>
                        <a:rPr sz="1000" b="0" i="0">
                          <a:solidFill>
                            <a:srgbClr val="000000"/>
                          </a:solidFill>
                          <a:latin typeface="Arial"/>
                        </a:rPr>
                        <a:t>Live video</a:t>
                      </a:r>
                    </a:p>
                  </a:txBody>
                  <a:tcPr marL="64008" marR="64008" marT="27432" marB="27432" anchor="ctr">
                    <a:solidFill>
                      <a:srgbClr val="F2F2F2"/>
                    </a:solidFill>
                  </a:tcPr>
                </a:tc>
                <a:tc>
                  <a:txBody>
                    <a:bodyPr wrap="square"/>
                    <a:lstStyle/>
                    <a:p>
                      <a:pPr algn="l"/>
                      <a:r>
                        <a:rPr sz="1000" b="0" i="0">
                          <a:solidFill>
                            <a:srgbClr val="000000"/>
                          </a:solidFill>
                          <a:latin typeface="Arial"/>
                        </a:rPr>
                        <a:t>Start Video, then push a model mid-stream</a:t>
                      </a:r>
                    </a:p>
                  </a:txBody>
                  <a:tcPr marL="64008" marR="64008" marT="27432" marB="27432" anchor="ctr">
                    <a:solidFill>
                      <a:srgbClr val="F2F2F2"/>
                    </a:solidFill>
                  </a:tcPr>
                </a:tc>
                <a:tc>
                  <a:txBody>
                    <a:bodyPr wrap="square"/>
                    <a:lstStyle/>
                    <a:p>
                      <a:pPr algn="l"/>
                      <a:r>
                        <a:rPr sz="1000" b="0" i="0">
                          <a:solidFill>
                            <a:srgbClr val="000000"/>
                          </a:solidFill>
                          <a:latin typeface="Arial"/>
                        </a:rPr>
                        <a:t>Stream stays up through the swap</a:t>
                      </a:r>
                    </a:p>
                  </a:txBody>
                  <a:tcPr marL="64008" marR="64008" marT="27432" marB="27432" anchor="ctr">
                    <a:solidFill>
                      <a:srgbClr val="F2F2F2"/>
                    </a:solidFill>
                  </a:tcPr>
                </a:tc>
                <a:tc>
                  <a:txBody>
                    <a:bodyPr wrap="square"/>
                    <a:lstStyle/>
                    <a:p>
                      <a:pPr algn="r"/>
                      <a:r>
                        <a:rPr sz="1000" b="0" i="0">
                          <a:solidFill>
                            <a:srgbClr val="000000"/>
                          </a:solidFill>
                          <a:latin typeface="Arial"/>
                        </a:rPr>
                        <a:t>10</a:t>
                      </a:r>
                    </a:p>
                  </a:txBody>
                  <a:tcPr marL="64008" marR="64008" marT="27432" marB="27432" anchor="ctr">
                    <a:solidFill>
                      <a:srgbClr val="F2F2F2"/>
                    </a:solidFill>
                  </a:tcPr>
                </a:tc>
              </a:tr>
            </a:tbl>
          </a:graphicData>
        </a:graphic>
      </p:graphicFrame>
      <p:sp>
        <p:nvSpPr>
          <p:cNvPr id="9002" name="TextBox 9001"/>
          <p:cNvSpPr txBox="1"/>
          <p:nvPr/>
        </p:nvSpPr>
        <p:spPr>
          <a:xfrm>
            <a:off x="457200" y="3877056"/>
            <a:ext cx="8229600" cy="548640"/>
          </a:xfrm>
          <a:prstGeom prst="rect">
            <a:avLst/>
          </a:prstGeom>
          <a:noFill/>
        </p:spPr>
        <p:txBody>
          <a:bodyPr wrap="square" anchor="t" lIns="0" rIns="0" tIns="0" bIns="0">
            <a:spAutoFit/>
          </a:bodyPr>
          <a:lstStyle/>
          <a:p>
            <a:pPr algn="l">
              <a:lnSpc>
                <a:spcPct val="115000"/>
              </a:lnSpc>
              <a:spcAft>
                <a:spcPts val="0"/>
              </a:spcAft>
            </a:pPr>
            <a:r>
              <a:rPr sz="1100" b="0" i="0">
                <a:solidFill>
                  <a:srgbClr val="5F6369"/>
                </a:solidFill>
                <a:latin typeface="Arial"/>
              </a:rPr>
              <a:t>Each lab ends at a checkpoint. Do not move on until you have seen it; raise your seat card and a helper will come to you.</a:t>
            </a:r>
          </a:p>
        </p:txBody>
      </p:sp>
      <p:sp>
        <p:nvSpPr>
          <p:cNvPr id="9003" name="TextBox 9002"/>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Lab 1: Meet your board (10 min)</a:t>
            </a:r>
          </a:p>
        </p:txBody>
      </p:sp>
      <p:sp>
        <p:nvSpPr>
          <p:cNvPr id="9000" name="Slide Number Placeholder"/>
          <p:cNvSpPr>
            <a:spLocks noGrp="1"/>
          </p:cNvSpPr>
          <p:nvPr>
            <p:ph type="sldNum" sz="quarter" idx="4"/>
          </p:nvPr>
        </p:nvSpPr>
        <p:spPr/>
        <p:txBody>
          <a:bodyPr/>
          <a:lstStyle/>
          <a:p>
            <a:fld id="{70C4B44A-29C9-47B3-A83F-03860661CE9B}" type="slidenum">
              <a:rPr lang="en-US"/>
              <a:t>1</a:t>
            </a:fld>
          </a:p>
        </p:txBody>
      </p:sp>
      <p:sp>
        <p:nvSpPr>
          <p:cNvPr id="9001" name="TextBox 9000"/>
          <p:cNvSpPr txBox="1"/>
          <p:nvPr/>
        </p:nvSpPr>
        <p:spPr>
          <a:xfrm>
            <a:off x="457200" y="1005840"/>
            <a:ext cx="4023360" cy="2743200"/>
          </a:xfrm>
          <a:prstGeom prst="rect">
            <a:avLst/>
          </a:prstGeom>
          <a:noFill/>
        </p:spPr>
        <p:txBody>
          <a:bodyPr wrap="square" anchor="t" lIns="0" rIns="0" tIns="0" bIns="0">
            <a:spAutoFit/>
          </a:bodyPr>
          <a:lstStyle/>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Camera seated on J35, LCD cables seated.</a:t>
            </a:r>
          </a:p>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Ethernet to your drop. USB-C to DEBUG1.</a:t>
            </a:r>
          </a:p>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Serial terminal: 230400, 8N1, line ending CR.</a:t>
            </a:r>
          </a:p>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Press Enter, then type help.</a:t>
            </a:r>
          </a:p>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Find the MAC line. Compare it with your seat card.</a:t>
            </a:r>
          </a:p>
        </p:txBody>
      </p:sp>
      <p:sp>
        <p:nvSpPr>
          <p:cNvPr id="9002" name="TextBox 9001"/>
          <p:cNvSpPr txBox="1"/>
          <p:nvPr/>
        </p:nvSpPr>
        <p:spPr>
          <a:xfrm>
            <a:off x="4754880" y="960120"/>
            <a:ext cx="3931920"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ON THE CONSOLE</a:t>
            </a:r>
          </a:p>
        </p:txBody>
      </p:sp>
      <p:sp>
        <p:nvSpPr>
          <p:cNvPr id="9003" name="Rectangle 9002"/>
          <p:cNvSpPr/>
          <p:nvPr/>
        </p:nvSpPr>
        <p:spPr>
          <a:xfrm>
            <a:off x="4754880" y="1207008"/>
            <a:ext cx="3931920" cy="2560320"/>
          </a:xfrm>
          <a:prstGeom prst="rect">
            <a:avLst/>
          </a:prstGeom>
          <a:solidFill>
            <a:srgbClr val="1E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4" name="TextBox 9003"/>
          <p:cNvSpPr txBox="1"/>
          <p:nvPr/>
        </p:nvSpPr>
        <p:spPr>
          <a:xfrm>
            <a:off x="4882896" y="1298448"/>
            <a:ext cx="3675887" cy="2377439"/>
          </a:xfrm>
          <a:prstGeom prst="rect">
            <a:avLst/>
          </a:prstGeom>
          <a:noFill/>
        </p:spPr>
        <p:txBody>
          <a:bodyPr wrap="square" anchor="t" lIns="0" rIns="0" tIns="0" bIns="0">
            <a:spAutoFit/>
          </a:bodyPr>
          <a:lstStyle/>
          <a:p>
            <a:pPr algn="l">
              <a:lnSpc>
                <a:spcPct val="115000"/>
              </a:lnSpc>
              <a:spcAft>
                <a:spcPts val="100"/>
              </a:spcAft>
            </a:pPr>
            <a:r>
              <a:rPr sz="950" b="0" i="0">
                <a:solidFill>
                  <a:srgbClr val="EAEEF0"/>
                </a:solidFill>
                <a:latin typeface="Courier New"/>
              </a:rPr>
              <a:t>Network up (DHCP):</a:t>
            </a:r>
          </a:p>
          <a:p>
            <a:pPr algn="l">
              <a:lnSpc>
                <a:spcPct val="115000"/>
              </a:lnSpc>
              <a:spcAft>
                <a:spcPts val="100"/>
              </a:spcAft>
            </a:pPr>
            <a:r>
              <a:rPr sz="950" b="0" i="0">
                <a:solidFill>
                  <a:srgbClr val="EAEEF0"/>
                </a:solidFill>
                <a:latin typeface="Courier New"/>
              </a:rPr>
              <a:t>  MAC     : </a:t>
            </a:r>
            <a:r>
              <a:rPr sz="950" b="1" i="0">
                <a:solidFill>
                  <a:srgbClr val="41C363"/>
                </a:solidFill>
                <a:latin typeface="Courier New"/>
              </a:rPr>
              <a:t>02:8a:9b:57:53:07</a:t>
            </a:r>
          </a:p>
          <a:p>
            <a:pPr algn="l">
              <a:lnSpc>
                <a:spcPct val="115000"/>
              </a:lnSpc>
              <a:spcAft>
                <a:spcPts val="100"/>
              </a:spcAft>
            </a:pPr>
            <a:r>
              <a:rPr sz="950" b="0" i="0">
                <a:solidFill>
                  <a:srgbClr val="EAEEF0"/>
                </a:solidFill>
                <a:latin typeface="Courier New"/>
              </a:rPr>
              <a:t>  IPv4    : 192.168.10.57</a:t>
            </a:r>
          </a:p>
          <a:p>
            <a:pPr algn="l">
              <a:lnSpc>
                <a:spcPct val="115000"/>
              </a:lnSpc>
              <a:spcAft>
                <a:spcPts val="100"/>
              </a:spcAft>
            </a:pPr>
            <a:r>
              <a:rPr sz="950" b="0" i="0">
                <a:solidFill>
                  <a:srgbClr val="EAEEF0"/>
                </a:solidFill>
                <a:latin typeface="Courier New"/>
              </a:rPr>
              <a:t/>
            </a:r>
          </a:p>
          <a:p>
            <a:pPr algn="l">
              <a:lnSpc>
                <a:spcPct val="115000"/>
              </a:lnSpc>
              <a:spcAft>
                <a:spcPts val="100"/>
              </a:spcAft>
            </a:pPr>
            <a:r>
              <a:rPr sz="950" b="0" i="0">
                <a:solidFill>
                  <a:srgbClr val="EAEEF0"/>
                </a:solidFill>
                <a:latin typeface="Courier New"/>
              </a:rPr>
              <a:t>Processing time:</a:t>
            </a:r>
          </a:p>
          <a:p>
            <a:pPr algn="l">
              <a:lnSpc>
                <a:spcPct val="115000"/>
              </a:lnSpc>
              <a:spcAft>
                <a:spcPts val="100"/>
              </a:spcAft>
            </a:pPr>
            <a:r>
              <a:rPr sz="950" b="0" i="0">
                <a:solidFill>
                  <a:srgbClr val="EAEEF0"/>
                </a:solidFill>
                <a:latin typeface="Courier New"/>
              </a:rPr>
              <a:t>  Camera vsync period : 18 ms, 55 fps</a:t>
            </a:r>
          </a:p>
          <a:p>
            <a:pPr algn="l">
              <a:lnSpc>
                <a:spcPct val="115000"/>
              </a:lnSpc>
              <a:spcAft>
                <a:spcPts val="100"/>
              </a:spcAft>
            </a:pPr>
            <a:r>
              <a:rPr sz="950" b="0" i="0">
                <a:solidFill>
                  <a:srgbClr val="EAEEF0"/>
                </a:solidFill>
                <a:latin typeface="Courier New"/>
              </a:rPr>
              <a:t>  AI inference (U55)  : 0 us, 0 fps</a:t>
            </a:r>
          </a:p>
          <a:p>
            <a:pPr algn="l">
              <a:lnSpc>
                <a:spcPct val="115000"/>
              </a:lnSpc>
              <a:spcAft>
                <a:spcPts val="100"/>
              </a:spcAft>
            </a:pPr>
            <a:r>
              <a:rPr sz="950" b="0" i="0">
                <a:solidFill>
                  <a:srgbClr val="EAEEF0"/>
                </a:solidFill>
                <a:latin typeface="Courier New"/>
              </a:rPr>
              <a:t>IOTC: no credentials provisioned</a:t>
            </a:r>
          </a:p>
          <a:p>
            <a:pPr algn="l">
              <a:lnSpc>
                <a:spcPct val="115000"/>
              </a:lnSpc>
              <a:spcAft>
                <a:spcPts val="100"/>
              </a:spcAft>
            </a:pPr>
            <a:r>
              <a:rPr sz="950" b="0" i="0">
                <a:solidFill>
                  <a:srgbClr val="EAEEF0"/>
                </a:solidFill>
                <a:latin typeface="Courier New"/>
              </a:rPr>
              <a:t>FD: no built-in model and no stored model</a:t>
            </a:r>
          </a:p>
        </p:txBody>
      </p:sp>
      <p:sp>
        <p:nvSpPr>
          <p:cNvPr id="9005" name="Rectangle 9004"/>
          <p:cNvSpPr/>
          <p:nvPr/>
        </p:nvSpPr>
        <p:spPr>
          <a:xfrm>
            <a:off x="457200" y="3977639"/>
            <a:ext cx="8229600" cy="548640"/>
          </a:xfrm>
          <a:prstGeom prst="rect">
            <a:avLst/>
          </a:prstGeom>
          <a:solidFill>
            <a:srgbClr val="E6F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6" name="TextBox 9005"/>
          <p:cNvSpPr txBox="1"/>
          <p:nvPr/>
        </p:nvSpPr>
        <p:spPr>
          <a:xfrm>
            <a:off x="603504" y="3977639"/>
            <a:ext cx="7936992" cy="548640"/>
          </a:xfrm>
          <a:prstGeom prst="rect">
            <a:avLst/>
          </a:prstGeom>
          <a:noFill/>
        </p:spPr>
        <p:txBody>
          <a:bodyPr wrap="square" anchor="ctr" lIns="0" rIns="0" tIns="0" bIns="0">
            <a:spAutoFit/>
          </a:bodyPr>
          <a:lstStyle/>
          <a:p>
            <a:pPr algn="l">
              <a:lnSpc>
                <a:spcPct val="110000"/>
              </a:lnSpc>
              <a:spcAft>
                <a:spcPts val="0"/>
              </a:spcAft>
            </a:pPr>
            <a:r>
              <a:rPr sz="1100" b="1" i="0">
                <a:solidFill>
                  <a:srgbClr val="368748"/>
                </a:solidFill>
                <a:latin typeface="Arial"/>
              </a:rPr>
              <a:t>Checkpoint: </a:t>
            </a:r>
            <a:r>
              <a:rPr sz="1100" b="0" i="0">
                <a:solidFill>
                  <a:srgbClr val="000000"/>
                </a:solidFill>
                <a:latin typeface="Arial"/>
              </a:rPr>
              <a:t>the MAC matches your card, an IPv4 address was assigned, the camera runs at 55 fps. Inference at zero is expected: there is no model yet.</a:t>
            </a:r>
          </a:p>
        </p:txBody>
      </p:sp>
      <p:sp>
        <p:nvSpPr>
          <p:cNvPr id="9007" name="TextBox 9006"/>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Lab 2: Claim your device in /IOTCONNECT (10 min)</a:t>
            </a:r>
          </a:p>
        </p:txBody>
      </p:sp>
      <p:sp>
        <p:nvSpPr>
          <p:cNvPr id="9000" name="Slide Number Placeholder"/>
          <p:cNvSpPr>
            <a:spLocks noGrp="1"/>
          </p:cNvSpPr>
          <p:nvPr>
            <p:ph type="sldNum" sz="quarter" idx="4"/>
          </p:nvPr>
        </p:nvSpPr>
        <p:spPr/>
        <p:txBody>
          <a:bodyPr/>
          <a:lstStyle/>
          <a:p>
            <a:fld id="{B8A017AF-964C-4F69-B0E5-F00CA3BF71F0}" type="slidenum">
              <a:rPr lang="en-US"/>
              <a:t>1</a:t>
            </a:fld>
          </a:p>
        </p:txBody>
      </p:sp>
      <p:sp>
        <p:nvSpPr>
          <p:cNvPr id="9001" name="TextBox 9000"/>
          <p:cNvSpPr txBox="1"/>
          <p:nvPr/>
        </p:nvSpPr>
        <p:spPr>
          <a:xfrm>
            <a:off x="457200" y="1005840"/>
            <a:ext cx="4023360" cy="2743200"/>
          </a:xfrm>
          <a:prstGeom prst="rect">
            <a:avLst/>
          </a:prstGeom>
          <a:noFill/>
        </p:spPr>
        <p:txBody>
          <a:bodyPr wrap="square" anchor="t" lIns="0" rIns="0" tIns="0" bIns="0">
            <a:spAutoFit/>
          </a:bodyPr>
          <a:lstStyle/>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Sign in at console.iotconnect.io with the login on your seat card.</a:t>
            </a:r>
          </a:p>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Devices, then Create Device. Fill in the four fields on the right.</a:t>
            </a:r>
          </a:p>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Save &amp; View.</a:t>
            </a:r>
          </a:p>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Download the certificate package and unzip it.</a:t>
            </a:r>
          </a:p>
          <a:p>
            <a:pPr algn="l" marL="146304" indent="-146304">
              <a:lnSpc>
                <a:spcPct val="112000"/>
              </a:lnSpc>
              <a:spcAft>
                <a:spcPts val="700"/>
              </a:spcAft>
              <a:buClr>
                <a:srgbClr val="41C363"/>
              </a:buClr>
              <a:buFont typeface="Arial"/>
              <a:buAutoNum type="arabicPeriod"/>
            </a:pPr>
            <a:r>
              <a:rPr sz="1250" b="0" i="0">
                <a:solidFill>
                  <a:srgbClr val="000000"/>
                </a:solidFill>
                <a:latin typeface="Arial"/>
              </a:rPr>
              <a:t>Open both PEM files in a plain-text editor.</a:t>
            </a:r>
          </a:p>
        </p:txBody>
      </p:sp>
      <p:graphicFrame>
        <p:nvGraphicFramePr>
          <p:cNvPr id="9002" name="Table 9001"/>
          <p:cNvGraphicFramePr>
            <a:graphicFrameLocks noGrp="1"/>
          </p:cNvGraphicFramePr>
          <p:nvPr/>
        </p:nvGraphicFramePr>
        <p:xfrm>
          <a:off x="4754880" y="1005840"/>
          <a:ext cx="3931918" cy="1920240"/>
        </p:xfrm>
        <a:graphic>
          <a:graphicData uri="http://schemas.openxmlformats.org/drawingml/2006/table">
            <a:tbl>
              <a:tblPr firstRow="1">
                <a:tableStyleId>{5C22544A-7EE6-4342-B048-85BDC9FD1C3A}</a:tableStyleId>
              </a:tblPr>
              <a:tblGrid>
                <a:gridCol w="1463039"/>
                <a:gridCol w="2468879"/>
              </a:tblGrid>
              <a:tr h="384048">
                <a:tc>
                  <a:txBody>
                    <a:bodyPr wrap="square"/>
                    <a:lstStyle/>
                    <a:p>
                      <a:pPr algn="l"/>
                      <a:r>
                        <a:rPr sz="1100" b="1" i="0">
                          <a:solidFill>
                            <a:srgbClr val="FFFFFF"/>
                          </a:solidFill>
                          <a:latin typeface="Arial"/>
                        </a:rPr>
                        <a:t>Field</a:t>
                      </a:r>
                    </a:p>
                  </a:txBody>
                  <a:tcPr marL="64008" marR="64008" marT="27432" marB="27432" anchor="ctr">
                    <a:solidFill>
                      <a:srgbClr val="000000"/>
                    </a:solidFill>
                  </a:tcPr>
                </a:tc>
                <a:tc>
                  <a:txBody>
                    <a:bodyPr wrap="square"/>
                    <a:lstStyle/>
                    <a:p>
                      <a:pPr algn="l"/>
                      <a:r>
                        <a:rPr sz="1100" b="1" i="0">
                          <a:solidFill>
                            <a:srgbClr val="FFFFFF"/>
                          </a:solidFill>
                          <a:latin typeface="Arial"/>
                        </a:rPr>
                        <a:t>Value</a:t>
                      </a:r>
                    </a:p>
                  </a:txBody>
                  <a:tcPr marL="64008" marR="64008" marT="27432" marB="27432" anchor="ctr">
                    <a:solidFill>
                      <a:srgbClr val="000000"/>
                    </a:solidFill>
                  </a:tcPr>
                </a:tc>
              </a:tr>
              <a:tr h="384048">
                <a:tc>
                  <a:txBody>
                    <a:bodyPr wrap="square"/>
                    <a:lstStyle/>
                    <a:p>
                      <a:pPr algn="l"/>
                      <a:r>
                        <a:rPr sz="1100" b="1" i="0">
                          <a:solidFill>
                            <a:srgbClr val="000000"/>
                          </a:solidFill>
                          <a:latin typeface="Arial"/>
                        </a:rPr>
                        <a:t>Unique ID</a:t>
                      </a:r>
                    </a:p>
                  </a:txBody>
                  <a:tcPr marL="64008" marR="64008" marT="27432" marB="27432" anchor="ctr">
                    <a:solidFill>
                      <a:srgbClr val="FFFFFF"/>
                    </a:solidFill>
                  </a:tcPr>
                </a:tc>
                <a:tc>
                  <a:txBody>
                    <a:bodyPr wrap="square"/>
                    <a:lstStyle/>
                    <a:p>
                      <a:pPr algn="l"/>
                      <a:r>
                        <a:rPr sz="1100" b="0" i="0">
                          <a:solidFill>
                            <a:srgbClr val="000000"/>
                          </a:solidFill>
                          <a:latin typeface="Arial"/>
                        </a:rPr>
                        <a:t>Your Device ID, e.g. ek-ra8p1-07</a:t>
                      </a:r>
                    </a:p>
                  </a:txBody>
                  <a:tcPr marL="64008" marR="64008" marT="27432" marB="27432" anchor="ctr">
                    <a:solidFill>
                      <a:srgbClr val="FFFFFF"/>
                    </a:solidFill>
                  </a:tcPr>
                </a:tc>
              </a:tr>
              <a:tr h="384048">
                <a:tc>
                  <a:txBody>
                    <a:bodyPr wrap="square"/>
                    <a:lstStyle/>
                    <a:p>
                      <a:pPr algn="l"/>
                      <a:r>
                        <a:rPr sz="1100" b="1" i="0">
                          <a:solidFill>
                            <a:srgbClr val="000000"/>
                          </a:solidFill>
                          <a:latin typeface="Arial"/>
                        </a:rPr>
                        <a:t>Entity</a:t>
                      </a:r>
                    </a:p>
                  </a:txBody>
                  <a:tcPr marL="64008" marR="64008" marT="27432" marB="27432" anchor="ctr">
                    <a:solidFill>
                      <a:srgbClr val="F2F2F2"/>
                    </a:solidFill>
                  </a:tcPr>
                </a:tc>
                <a:tc>
                  <a:txBody>
                    <a:bodyPr wrap="square"/>
                    <a:lstStyle/>
                    <a:p>
                      <a:pPr algn="l"/>
                      <a:r>
                        <a:rPr sz="1100" b="0" i="0">
                          <a:solidFill>
                            <a:srgbClr val="000000"/>
                          </a:solidFill>
                          <a:latin typeface="Arial"/>
                        </a:rPr>
                        <a:t>The workshop entity (only one)</a:t>
                      </a:r>
                    </a:p>
                  </a:txBody>
                  <a:tcPr marL="64008" marR="64008" marT="27432" marB="27432" anchor="ctr">
                    <a:solidFill>
                      <a:srgbClr val="F2F2F2"/>
                    </a:solidFill>
                  </a:tcPr>
                </a:tc>
              </a:tr>
              <a:tr h="384048">
                <a:tc>
                  <a:txBody>
                    <a:bodyPr wrap="square"/>
                    <a:lstStyle/>
                    <a:p>
                      <a:pPr algn="l"/>
                      <a:r>
                        <a:rPr sz="1100" b="1" i="0">
                          <a:solidFill>
                            <a:srgbClr val="000000"/>
                          </a:solidFill>
                          <a:latin typeface="Arial"/>
                        </a:rPr>
                        <a:t>Template</a:t>
                      </a:r>
                    </a:p>
                  </a:txBody>
                  <a:tcPr marL="64008" marR="64008" marT="27432" marB="27432" anchor="ctr">
                    <a:solidFill>
                      <a:srgbClr val="FFFFFF"/>
                    </a:solidFill>
                  </a:tcPr>
                </a:tc>
                <a:tc>
                  <a:txBody>
                    <a:bodyPr wrap="square"/>
                    <a:lstStyle/>
                    <a:p>
                      <a:pPr algn="l"/>
                      <a:r>
                        <a:rPr sz="1100" b="0" i="0">
                          <a:solidFill>
                            <a:srgbClr val="000000"/>
                          </a:solidFill>
                          <a:latin typeface="Arial"/>
                        </a:rPr>
                        <a:t>RA8P1 Vision AI (ra8p1vis)</a:t>
                      </a:r>
                    </a:p>
                  </a:txBody>
                  <a:tcPr marL="64008" marR="64008" marT="27432" marB="27432" anchor="ctr">
                    <a:solidFill>
                      <a:srgbClr val="FFFFFF"/>
                    </a:solidFill>
                  </a:tcPr>
                </a:tc>
              </a:tr>
              <a:tr h="384048">
                <a:tc>
                  <a:txBody>
                    <a:bodyPr wrap="square"/>
                    <a:lstStyle/>
                    <a:p>
                      <a:pPr algn="l"/>
                      <a:r>
                        <a:rPr sz="1100" b="1" i="0">
                          <a:solidFill>
                            <a:srgbClr val="000000"/>
                          </a:solidFill>
                          <a:latin typeface="Arial"/>
                        </a:rPr>
                        <a:t>Device Certificate</a:t>
                      </a:r>
                    </a:p>
                  </a:txBody>
                  <a:tcPr marL="64008" marR="64008" marT="27432" marB="27432" anchor="ctr">
                    <a:solidFill>
                      <a:srgbClr val="F2F2F2"/>
                    </a:solidFill>
                  </a:tcPr>
                </a:tc>
                <a:tc>
                  <a:txBody>
                    <a:bodyPr wrap="square"/>
                    <a:lstStyle/>
                    <a:p>
                      <a:pPr algn="l"/>
                      <a:r>
                        <a:rPr sz="1100" b="0" i="0">
                          <a:solidFill>
                            <a:srgbClr val="000000"/>
                          </a:solidFill>
                          <a:latin typeface="Arial"/>
                        </a:rPr>
                        <a:t>Auto-generated</a:t>
                      </a:r>
                    </a:p>
                  </a:txBody>
                  <a:tcPr marL="64008" marR="64008" marT="27432" marB="27432" anchor="ctr">
                    <a:solidFill>
                      <a:srgbClr val="F2F2F2"/>
                    </a:solidFill>
                  </a:tcPr>
                </a:tc>
              </a:tr>
            </a:tbl>
          </a:graphicData>
        </a:graphic>
      </p:graphicFrame>
      <p:sp>
        <p:nvSpPr>
          <p:cNvPr id="9003" name="TextBox 9002"/>
          <p:cNvSpPr txBox="1"/>
          <p:nvPr/>
        </p:nvSpPr>
        <p:spPr>
          <a:xfrm>
            <a:off x="4754880" y="3017520"/>
            <a:ext cx="3931920" cy="822960"/>
          </a:xfrm>
          <a:prstGeom prst="rect">
            <a:avLst/>
          </a:prstGeom>
          <a:noFill/>
        </p:spPr>
        <p:txBody>
          <a:bodyPr wrap="square" anchor="t" lIns="0" rIns="0" tIns="0" bIns="0">
            <a:spAutoFit/>
          </a:bodyPr>
          <a:lstStyle/>
          <a:p>
            <a:pPr algn="l">
              <a:lnSpc>
                <a:spcPct val="115000"/>
              </a:lnSpc>
              <a:spcAft>
                <a:spcPts val="0"/>
              </a:spcAft>
            </a:pPr>
            <a:r>
              <a:rPr sz="1050" b="0" i="0">
                <a:solidFill>
                  <a:srgbClr val="5F6369"/>
                </a:solidFill>
                <a:latin typeface="Arial"/>
              </a:rPr>
              <a:t>Use exactly this template. It enables video streaming, and the platform provisions the video channel at the moment the device is created.</a:t>
            </a:r>
          </a:p>
        </p:txBody>
      </p:sp>
      <p:sp>
        <p:nvSpPr>
          <p:cNvPr id="9004" name="Rectangle 9003"/>
          <p:cNvSpPr/>
          <p:nvPr/>
        </p:nvSpPr>
        <p:spPr>
          <a:xfrm>
            <a:off x="457200" y="3977639"/>
            <a:ext cx="8229600" cy="548640"/>
          </a:xfrm>
          <a:prstGeom prst="rect">
            <a:avLst/>
          </a:prstGeom>
          <a:solidFill>
            <a:srgbClr val="E6F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603504" y="3977639"/>
            <a:ext cx="7936992" cy="548640"/>
          </a:xfrm>
          <a:prstGeom prst="rect">
            <a:avLst/>
          </a:prstGeom>
          <a:noFill/>
        </p:spPr>
        <p:txBody>
          <a:bodyPr wrap="square" anchor="ctr" lIns="0" rIns="0" tIns="0" bIns="0">
            <a:spAutoFit/>
          </a:bodyPr>
          <a:lstStyle/>
          <a:p>
            <a:pPr algn="l">
              <a:lnSpc>
                <a:spcPct val="110000"/>
              </a:lnSpc>
              <a:spcAft>
                <a:spcPts val="0"/>
              </a:spcAft>
            </a:pPr>
            <a:r>
              <a:rPr sz="1100" b="1" i="0">
                <a:solidFill>
                  <a:srgbClr val="368748"/>
                </a:solidFill>
                <a:latin typeface="Arial"/>
              </a:rPr>
              <a:t>Checkpoint: </a:t>
            </a:r>
            <a:r>
              <a:rPr sz="1100" b="0" i="0">
                <a:solidFill>
                  <a:srgbClr val="000000"/>
                </a:solidFill>
                <a:latin typeface="Arial"/>
              </a:rPr>
              <a:t>your device is in the list as Disconnected, and the certificate and the private key are open in a text editor. Not Word.</a:t>
            </a:r>
          </a:p>
        </p:txBody>
      </p:sp>
      <p:sp>
        <p:nvSpPr>
          <p:cNvPr id="9006" name="TextBox 9005"/>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Lab 3: Provision the board (15 min)</a:t>
            </a:r>
          </a:p>
        </p:txBody>
      </p:sp>
      <p:sp>
        <p:nvSpPr>
          <p:cNvPr id="9000" name="Slide Number Placeholder"/>
          <p:cNvSpPr>
            <a:spLocks noGrp="1"/>
          </p:cNvSpPr>
          <p:nvPr>
            <p:ph type="sldNum" sz="quarter" idx="4"/>
          </p:nvPr>
        </p:nvSpPr>
        <p:spPr/>
        <p:txBody>
          <a:bodyPr/>
          <a:lstStyle/>
          <a:p>
            <a:fld id="{0245D50A-13B6-400A-84FA-C8CA69C35008}" type="slidenum">
              <a:rPr lang="en-US"/>
              <a:t>1</a:t>
            </a:fld>
          </a:p>
        </p:txBody>
      </p:sp>
      <p:sp>
        <p:nvSpPr>
          <p:cNvPr id="9001" name="TextBox 9000"/>
          <p:cNvSpPr txBox="1"/>
          <p:nvPr/>
        </p:nvSpPr>
        <p:spPr>
          <a:xfrm>
            <a:off x="457200" y="960120"/>
            <a:ext cx="3931920"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YOU TYPE, IN THE SERIAL TERMINAL</a:t>
            </a:r>
          </a:p>
        </p:txBody>
      </p:sp>
      <p:sp>
        <p:nvSpPr>
          <p:cNvPr id="9002" name="Rectangle 9001"/>
          <p:cNvSpPr/>
          <p:nvPr/>
        </p:nvSpPr>
        <p:spPr>
          <a:xfrm>
            <a:off x="457200" y="1207008"/>
            <a:ext cx="3931920" cy="2331720"/>
          </a:xfrm>
          <a:prstGeom prst="rect">
            <a:avLst/>
          </a:prstGeom>
          <a:solidFill>
            <a:srgbClr val="1E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3" name="TextBox 9002"/>
          <p:cNvSpPr txBox="1"/>
          <p:nvPr/>
        </p:nvSpPr>
        <p:spPr>
          <a:xfrm>
            <a:off x="585216" y="1298448"/>
            <a:ext cx="3675887" cy="2148839"/>
          </a:xfrm>
          <a:prstGeom prst="rect">
            <a:avLst/>
          </a:prstGeom>
          <a:noFill/>
        </p:spPr>
        <p:txBody>
          <a:bodyPr wrap="square" anchor="t" lIns="0" rIns="0" tIns="0" bIns="0">
            <a:spAutoFit/>
          </a:bodyPr>
          <a:lstStyle/>
          <a:p>
            <a:pPr algn="l">
              <a:lnSpc>
                <a:spcPct val="115000"/>
              </a:lnSpc>
              <a:spcAft>
                <a:spcPts val="100"/>
              </a:spcAft>
            </a:pPr>
            <a:r>
              <a:rPr sz="1050" b="0" i="0">
                <a:solidFill>
                  <a:srgbClr val="EAEEF0"/>
                </a:solidFill>
                <a:latin typeface="Courier New"/>
              </a:rPr>
              <a:t>set env &lt;ENV&gt;</a:t>
            </a:r>
          </a:p>
          <a:p>
            <a:pPr algn="l">
              <a:lnSpc>
                <a:spcPct val="115000"/>
              </a:lnSpc>
              <a:spcAft>
                <a:spcPts val="100"/>
              </a:spcAft>
            </a:pPr>
            <a:r>
              <a:rPr sz="1050" b="0" i="0">
                <a:solidFill>
                  <a:srgbClr val="EAEEF0"/>
                </a:solidFill>
                <a:latin typeface="Courier New"/>
              </a:rPr>
              <a:t>set cpid &lt;CPID&gt;</a:t>
            </a:r>
          </a:p>
          <a:p>
            <a:pPr algn="l">
              <a:lnSpc>
                <a:spcPct val="115000"/>
              </a:lnSpc>
              <a:spcAft>
                <a:spcPts val="100"/>
              </a:spcAft>
            </a:pPr>
            <a:r>
              <a:rPr sz="1050" b="0" i="0">
                <a:solidFill>
                  <a:srgbClr val="EAEEF0"/>
                </a:solidFill>
                <a:latin typeface="Courier New"/>
              </a:rPr>
              <a:t>set duid ek-ra8p1-07</a:t>
            </a:r>
          </a:p>
          <a:p>
            <a:pPr algn="l">
              <a:lnSpc>
                <a:spcPct val="115000"/>
              </a:lnSpc>
              <a:spcAft>
                <a:spcPts val="100"/>
              </a:spcAft>
            </a:pPr>
            <a:r>
              <a:rPr sz="1050" b="0" i="0">
                <a:solidFill>
                  <a:srgbClr val="EAEEF0"/>
                </a:solidFill>
                <a:latin typeface="Courier New"/>
              </a:rPr>
              <a:t>set cert   </a:t>
            </a:r>
            <a:r>
              <a:rPr sz="1050" b="1" i="0">
                <a:solidFill>
                  <a:srgbClr val="41C363"/>
                </a:solidFill>
                <a:latin typeface="Courier New"/>
              </a:rPr>
              <a:t>then paste the certificate</a:t>
            </a:r>
          </a:p>
          <a:p>
            <a:pPr algn="l">
              <a:lnSpc>
                <a:spcPct val="115000"/>
              </a:lnSpc>
              <a:spcAft>
                <a:spcPts val="100"/>
              </a:spcAft>
            </a:pPr>
            <a:r>
              <a:rPr sz="1050" b="0" i="0">
                <a:solidFill>
                  <a:srgbClr val="EAEEF0"/>
                </a:solidFill>
                <a:latin typeface="Courier New"/>
              </a:rPr>
              <a:t>set key    </a:t>
            </a:r>
            <a:r>
              <a:rPr sz="1050" b="1" i="0">
                <a:solidFill>
                  <a:srgbClr val="41C363"/>
                </a:solidFill>
                <a:latin typeface="Courier New"/>
              </a:rPr>
              <a:t>then paste the private key</a:t>
            </a:r>
          </a:p>
          <a:p>
            <a:pPr algn="l">
              <a:lnSpc>
                <a:spcPct val="115000"/>
              </a:lnSpc>
              <a:spcAft>
                <a:spcPts val="100"/>
              </a:spcAft>
            </a:pPr>
            <a:r>
              <a:rPr sz="1050" b="0" i="0">
                <a:solidFill>
                  <a:srgbClr val="EAEEF0"/>
                </a:solidFill>
                <a:latin typeface="Courier New"/>
              </a:rPr>
              <a:t>show</a:t>
            </a:r>
          </a:p>
          <a:p>
            <a:pPr algn="l">
              <a:lnSpc>
                <a:spcPct val="115000"/>
              </a:lnSpc>
              <a:spcAft>
                <a:spcPts val="100"/>
              </a:spcAft>
            </a:pPr>
            <a:r>
              <a:rPr sz="1050" b="0" i="0">
                <a:solidFill>
                  <a:srgbClr val="EAEEF0"/>
                </a:solidFill>
                <a:latin typeface="Courier New"/>
              </a:rPr>
              <a:t>apply</a:t>
            </a:r>
          </a:p>
        </p:txBody>
      </p:sp>
      <p:sp>
        <p:nvSpPr>
          <p:cNvPr id="9004" name="TextBox 9003"/>
          <p:cNvSpPr txBox="1"/>
          <p:nvPr/>
        </p:nvSpPr>
        <p:spPr>
          <a:xfrm>
            <a:off x="4754880" y="960120"/>
            <a:ext cx="3931920"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THE BOARD PRINTS, WITHIN 30 SECONDS</a:t>
            </a:r>
          </a:p>
        </p:txBody>
      </p:sp>
      <p:sp>
        <p:nvSpPr>
          <p:cNvPr id="9005" name="Rectangle 9004"/>
          <p:cNvSpPr/>
          <p:nvPr/>
        </p:nvSpPr>
        <p:spPr>
          <a:xfrm>
            <a:off x="4754880" y="1207008"/>
            <a:ext cx="3931920" cy="2331720"/>
          </a:xfrm>
          <a:prstGeom prst="rect">
            <a:avLst/>
          </a:prstGeom>
          <a:solidFill>
            <a:srgbClr val="1E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6" name="TextBox 9005"/>
          <p:cNvSpPr txBox="1"/>
          <p:nvPr/>
        </p:nvSpPr>
        <p:spPr>
          <a:xfrm>
            <a:off x="4882896" y="1298448"/>
            <a:ext cx="3675887" cy="2148839"/>
          </a:xfrm>
          <a:prstGeom prst="rect">
            <a:avLst/>
          </a:prstGeom>
          <a:noFill/>
        </p:spPr>
        <p:txBody>
          <a:bodyPr wrap="square" anchor="t" lIns="0" rIns="0" tIns="0" bIns="0">
            <a:spAutoFit/>
          </a:bodyPr>
          <a:lstStyle/>
          <a:p>
            <a:pPr algn="l">
              <a:lnSpc>
                <a:spcPct val="115000"/>
              </a:lnSpc>
              <a:spcAft>
                <a:spcPts val="100"/>
              </a:spcAft>
            </a:pPr>
            <a:r>
              <a:rPr sz="1000" b="0" i="0">
                <a:solidFill>
                  <a:srgbClr val="EAEEF0"/>
                </a:solidFill>
                <a:latin typeface="Courier New"/>
              </a:rPr>
              <a:t>IOTC: starting (env=... duid=ek-ra8p1-07,</a:t>
            </a:r>
          </a:p>
          <a:p>
            <a:pPr algn="l">
              <a:lnSpc>
                <a:spcPct val="115000"/>
              </a:lnSpc>
              <a:spcAft>
                <a:spcPts val="100"/>
              </a:spcAft>
            </a:pPr>
            <a:r>
              <a:rPr sz="1000" b="0" i="0">
                <a:solidFill>
                  <a:srgbClr val="EAEEF0"/>
                </a:solidFill>
                <a:latin typeface="Courier New"/>
              </a:rPr>
              <a:t>      credentials: stored)</a:t>
            </a:r>
          </a:p>
          <a:p>
            <a:pPr algn="l">
              <a:lnSpc>
                <a:spcPct val="115000"/>
              </a:lnSpc>
              <a:spcAft>
                <a:spcPts val="100"/>
              </a:spcAft>
            </a:pPr>
            <a:r>
              <a:rPr sz="1000" b="0" i="0">
                <a:solidFill>
                  <a:srgbClr val="EAEEF0"/>
                </a:solidFill>
                <a:latin typeface="Courier New"/>
              </a:rPr>
              <a:t>IOTC: time synced</a:t>
            </a:r>
          </a:p>
          <a:p>
            <a:pPr algn="l">
              <a:lnSpc>
                <a:spcPct val="115000"/>
              </a:lnSpc>
              <a:spcAft>
                <a:spcPts val="100"/>
              </a:spcAft>
            </a:pPr>
            <a:r>
              <a:rPr sz="1000" b="0" i="0">
                <a:solidFill>
                  <a:srgbClr val="EAEEF0"/>
                </a:solidFill>
                <a:latin typeface="Courier New"/>
              </a:rPr>
              <a:t>FU: file upload ready</a:t>
            </a:r>
          </a:p>
          <a:p>
            <a:pPr algn="l">
              <a:lnSpc>
                <a:spcPct val="115000"/>
              </a:lnSpc>
              <a:spcAft>
                <a:spcPts val="100"/>
              </a:spcAft>
            </a:pPr>
            <a:r>
              <a:rPr sz="1000" b="1" i="0">
                <a:solidFill>
                  <a:srgbClr val="41C363"/>
                </a:solidFill>
                <a:latin typeface="Courier New"/>
              </a:rPr>
              <a:t>IOTC: connected</a:t>
            </a:r>
          </a:p>
          <a:p>
            <a:pPr algn="l">
              <a:lnSpc>
                <a:spcPct val="115000"/>
              </a:lnSpc>
              <a:spcAft>
                <a:spcPts val="100"/>
              </a:spcAft>
            </a:pPr>
            <a:r>
              <a:rPr sz="1000" b="0" i="0">
                <a:solidFill>
                  <a:srgbClr val="EAEEF0"/>
                </a:solidFill>
                <a:latin typeface="Courier New"/>
              </a:rPr>
              <a:t>FU: selftest creds fetch -&gt; 0 (OK)</a:t>
            </a:r>
          </a:p>
        </p:txBody>
      </p:sp>
      <p:sp>
        <p:nvSpPr>
          <p:cNvPr id="9007" name="TextBox 9006"/>
          <p:cNvSpPr txBox="1"/>
          <p:nvPr/>
        </p:nvSpPr>
        <p:spPr>
          <a:xfrm>
            <a:off x="457200" y="3639312"/>
            <a:ext cx="8229600" cy="274320"/>
          </a:xfrm>
          <a:prstGeom prst="rect">
            <a:avLst/>
          </a:prstGeom>
          <a:noFill/>
        </p:spPr>
        <p:txBody>
          <a:bodyPr wrap="square" anchor="t" lIns="0" rIns="0" tIns="0" bIns="0">
            <a:spAutoFit/>
          </a:bodyPr>
          <a:lstStyle/>
          <a:p>
            <a:pPr algn="l">
              <a:lnSpc>
                <a:spcPct val="110000"/>
              </a:lnSpc>
              <a:spcAft>
                <a:spcPts val="0"/>
              </a:spcAft>
            </a:pPr>
            <a:r>
              <a:rPr sz="1050" b="0" i="0">
                <a:solidFill>
                  <a:srgbClr val="5F6369"/>
                </a:solidFill>
                <a:latin typeface="Arial"/>
              </a:rPr>
              <a:t>One PEM block per paste, from a plain-text editor. The board replies ok, certificate stored and private key stored.</a:t>
            </a:r>
          </a:p>
        </p:txBody>
      </p:sp>
      <p:sp>
        <p:nvSpPr>
          <p:cNvPr id="9008" name="Rectangle 9007"/>
          <p:cNvSpPr/>
          <p:nvPr/>
        </p:nvSpPr>
        <p:spPr>
          <a:xfrm>
            <a:off x="457200" y="3977639"/>
            <a:ext cx="8229600" cy="548640"/>
          </a:xfrm>
          <a:prstGeom prst="rect">
            <a:avLst/>
          </a:prstGeom>
          <a:solidFill>
            <a:srgbClr val="E6F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9" name="TextBox 9008"/>
          <p:cNvSpPr txBox="1"/>
          <p:nvPr/>
        </p:nvSpPr>
        <p:spPr>
          <a:xfrm>
            <a:off x="603504" y="3977639"/>
            <a:ext cx="7936992" cy="548640"/>
          </a:xfrm>
          <a:prstGeom prst="rect">
            <a:avLst/>
          </a:prstGeom>
          <a:noFill/>
        </p:spPr>
        <p:txBody>
          <a:bodyPr wrap="square" anchor="ctr" lIns="0" rIns="0" tIns="0" bIns="0">
            <a:spAutoFit/>
          </a:bodyPr>
          <a:lstStyle/>
          <a:p>
            <a:pPr algn="l">
              <a:lnSpc>
                <a:spcPct val="110000"/>
              </a:lnSpc>
              <a:spcAft>
                <a:spcPts val="0"/>
              </a:spcAft>
            </a:pPr>
            <a:r>
              <a:rPr sz="1100" b="1" i="0">
                <a:solidFill>
                  <a:srgbClr val="368748"/>
                </a:solidFill>
                <a:latin typeface="Arial"/>
              </a:rPr>
              <a:t>Checkpoint: </a:t>
            </a:r>
            <a:r>
              <a:rPr sz="1100" b="0" i="0">
                <a:solidFill>
                  <a:srgbClr val="000000"/>
                </a:solidFill>
                <a:latin typeface="Arial"/>
              </a:rPr>
              <a:t>IOTC: connected on the console, the device shows Connected in the browser, and Live Data updates every 10 seconds. The board reconnects by itself from now on.</a:t>
            </a:r>
          </a:p>
        </p:txBody>
      </p:sp>
      <p:sp>
        <p:nvSpPr>
          <p:cNvPr id="9010" name="TextBox 9009"/>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Lab 4: Dashboard, first push, snapshot (20 min)</a:t>
            </a:r>
          </a:p>
        </p:txBody>
      </p:sp>
      <p:sp>
        <p:nvSpPr>
          <p:cNvPr id="9000" name="Slide Number Placeholder"/>
          <p:cNvSpPr>
            <a:spLocks noGrp="1"/>
          </p:cNvSpPr>
          <p:nvPr>
            <p:ph type="sldNum" sz="quarter" idx="4"/>
          </p:nvPr>
        </p:nvSpPr>
        <p:spPr/>
        <p:txBody>
          <a:bodyPr/>
          <a:lstStyle/>
          <a:p>
            <a:fld id="{3548C593-BC94-411E-85E5-3629D233E4AB}" type="slidenum">
              <a:rPr lang="en-US"/>
              <a:t>1</a:t>
            </a:fld>
          </a:p>
        </p:txBody>
      </p:sp>
      <p:sp>
        <p:nvSpPr>
          <p:cNvPr id="9001" name="Rectangle 9000"/>
          <p:cNvSpPr/>
          <p:nvPr/>
        </p:nvSpPr>
        <p:spPr>
          <a:xfrm>
            <a:off x="457200" y="1005840"/>
            <a:ext cx="2606040" cy="14630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66928" y="1115568"/>
            <a:ext cx="2386584"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4a  Import the dashboard</a:t>
            </a:r>
          </a:p>
        </p:txBody>
      </p:sp>
      <p:sp>
        <p:nvSpPr>
          <p:cNvPr id="9003" name="TextBox 9002"/>
          <p:cNvSpPr txBox="1"/>
          <p:nvPr/>
        </p:nvSpPr>
        <p:spPr>
          <a:xfrm>
            <a:off x="566928" y="1425057"/>
            <a:ext cx="2386584" cy="934094"/>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Create Dashboard, then Import Dashboard. File ra8p1-vision-ai-dashboard.json, template RA8P1 Vision AI, device: yours. Name it Seat NN. Save.</a:t>
            </a:r>
          </a:p>
        </p:txBody>
      </p:sp>
      <p:sp>
        <p:nvSpPr>
          <p:cNvPr id="9004" name="Rectangle 9003"/>
          <p:cNvSpPr/>
          <p:nvPr/>
        </p:nvSpPr>
        <p:spPr>
          <a:xfrm>
            <a:off x="3268980" y="1005840"/>
            <a:ext cx="2606040" cy="1463040"/>
          </a:xfrm>
          <a:prstGeom prst="rect">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3378708" y="1115568"/>
            <a:ext cx="2386584" cy="274320"/>
          </a:xfrm>
          <a:prstGeom prst="rect">
            <a:avLst/>
          </a:prstGeom>
          <a:noFill/>
        </p:spPr>
        <p:txBody>
          <a:bodyPr wrap="square" anchor="t" lIns="0" rIns="0" tIns="0" bIns="0">
            <a:spAutoFit/>
          </a:bodyPr>
          <a:lstStyle/>
          <a:p>
            <a:pPr algn="l">
              <a:lnSpc>
                <a:spcPct val="110000"/>
              </a:lnSpc>
              <a:spcAft>
                <a:spcPts val="0"/>
              </a:spcAft>
            </a:pPr>
            <a:r>
              <a:rPr sz="1250" b="1" i="0">
                <a:solidFill>
                  <a:srgbClr val="FFFFFF"/>
                </a:solidFill>
                <a:latin typeface="Arial"/>
              </a:rPr>
              <a:t>4b  Push Face Detect</a:t>
            </a:r>
          </a:p>
        </p:txBody>
      </p:sp>
      <p:sp>
        <p:nvSpPr>
          <p:cNvPr id="9006" name="TextBox 9005"/>
          <p:cNvSpPr txBox="1"/>
          <p:nvPr/>
        </p:nvSpPr>
        <p:spPr>
          <a:xfrm>
            <a:off x="3378708" y="1425057"/>
            <a:ext cx="2386584" cy="934094"/>
          </a:xfrm>
          <a:prstGeom prst="rect">
            <a:avLst/>
          </a:prstGeom>
          <a:noFill/>
        </p:spPr>
        <p:txBody>
          <a:bodyPr wrap="square" anchor="t" lIns="0" rIns="0" tIns="0" bIns="0">
            <a:spAutoFit/>
          </a:bodyPr>
          <a:lstStyle/>
          <a:p>
            <a:pPr algn="l">
              <a:lnSpc>
                <a:spcPct val="110000"/>
              </a:lnSpc>
              <a:spcAft>
                <a:spcPts val="300"/>
              </a:spcAft>
            </a:pPr>
            <a:r>
              <a:rPr sz="1050" b="0" i="0">
                <a:solidFill>
                  <a:srgbClr val="FFFFFF"/>
                </a:solidFill>
                <a:latin typeface="Arial"/>
              </a:rPr>
              <a:t>AI Models, RA8P1 Face Detect, Deploy, select your device only. Watch the console. Step in front of the camera.</a:t>
            </a:r>
          </a:p>
        </p:txBody>
      </p:sp>
      <p:sp>
        <p:nvSpPr>
          <p:cNvPr id="9007" name="Rectangle 9006"/>
          <p:cNvSpPr/>
          <p:nvPr/>
        </p:nvSpPr>
        <p:spPr>
          <a:xfrm>
            <a:off x="6080760" y="1005840"/>
            <a:ext cx="2606040" cy="14630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8" name="TextBox 9007"/>
          <p:cNvSpPr txBox="1"/>
          <p:nvPr/>
        </p:nvSpPr>
        <p:spPr>
          <a:xfrm>
            <a:off x="6190488" y="1115568"/>
            <a:ext cx="2386584"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4c  Take Snapshot</a:t>
            </a:r>
          </a:p>
        </p:txBody>
      </p:sp>
      <p:sp>
        <p:nvSpPr>
          <p:cNvPr id="9009" name="TextBox 9008"/>
          <p:cNvSpPr txBox="1"/>
          <p:nvPr/>
        </p:nvSpPr>
        <p:spPr>
          <a:xfrm>
            <a:off x="6190488" y="1425057"/>
            <a:ext cx="2386584" cy="934094"/>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Press Take Snapshot on the dashboard. About 10 seconds later the Latest Snapshot widget shows the photo with the detection box drawn on it.</a:t>
            </a:r>
          </a:p>
        </p:txBody>
      </p:sp>
      <p:sp>
        <p:nvSpPr>
          <p:cNvPr id="9010" name="Rectangle 9009"/>
          <p:cNvSpPr/>
          <p:nvPr/>
        </p:nvSpPr>
        <p:spPr>
          <a:xfrm>
            <a:off x="457200" y="2651760"/>
            <a:ext cx="8229600" cy="1188720"/>
          </a:xfrm>
          <a:prstGeom prst="rect">
            <a:avLst/>
          </a:prstGeom>
          <a:solidFill>
            <a:srgbClr val="1E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1" name="TextBox 9010"/>
          <p:cNvSpPr txBox="1"/>
          <p:nvPr/>
        </p:nvSpPr>
        <p:spPr>
          <a:xfrm>
            <a:off x="585216" y="2743200"/>
            <a:ext cx="7973568" cy="1005840"/>
          </a:xfrm>
          <a:prstGeom prst="rect">
            <a:avLst/>
          </a:prstGeom>
          <a:noFill/>
        </p:spPr>
        <p:txBody>
          <a:bodyPr wrap="square" anchor="t" lIns="0" rIns="0" tIns="0" bIns="0">
            <a:spAutoFit/>
          </a:bodyPr>
          <a:lstStyle/>
          <a:p>
            <a:pPr algn="l">
              <a:lnSpc>
                <a:spcPct val="115000"/>
              </a:lnSpc>
              <a:spcAft>
                <a:spcPts val="100"/>
              </a:spcAft>
            </a:pPr>
            <a:r>
              <a:rPr sz="1000" b="0" i="0">
                <a:solidFill>
                  <a:srgbClr val="EAEEF0"/>
                </a:solidFill>
                <a:latin typeface="Courier New"/>
              </a:rPr>
              <a:t>IOTC: model downloaded (441248 bytes)</a:t>
            </a:r>
          </a:p>
          <a:p>
            <a:pPr algn="l">
              <a:lnSpc>
                <a:spcPct val="115000"/>
              </a:lnSpc>
              <a:spcAft>
                <a:spcPts val="100"/>
              </a:spcAft>
            </a:pPr>
            <a:r>
              <a:rPr sz="1000" b="0" i="0">
                <a:solidFill>
                  <a:srgbClr val="EAEEF0"/>
                </a:solidFill>
                <a:latin typeface="Courier New"/>
              </a:rPr>
              <a:t>FD: hot-swapping to model "face-v3" v3 (441088 bytes)</a:t>
            </a:r>
          </a:p>
          <a:p>
            <a:pPr algn="l">
              <a:lnSpc>
                <a:spcPct val="115000"/>
              </a:lnSpc>
              <a:spcAft>
                <a:spcPts val="100"/>
              </a:spcAft>
            </a:pPr>
            <a:r>
              <a:rPr sz="1000" b="0" i="0">
                <a:solidFill>
                  <a:srgbClr val="EAEEF0"/>
                </a:solidFill>
                <a:latin typeface="Courier New"/>
              </a:rPr>
              <a:t>FD: model "face-v3" v3 (</a:t>
            </a:r>
            <a:r>
              <a:rPr sz="1000" b="1" i="0">
                <a:solidFill>
                  <a:srgbClr val="41C363"/>
                </a:solidFill>
                <a:latin typeface="Courier New"/>
              </a:rPr>
              <a:t>cloud</a:t>
            </a:r>
            <a:r>
              <a:rPr sz="1000" b="0" i="0">
                <a:solidFill>
                  <a:srgbClr val="EAEEF0"/>
                </a:solidFill>
                <a:latin typeface="Courier New"/>
              </a:rPr>
              <a:t>, 441088 bytes) loaded: face detector, ethos-u: yes</a:t>
            </a:r>
          </a:p>
          <a:p>
            <a:pPr algn="l">
              <a:lnSpc>
                <a:spcPct val="115000"/>
              </a:lnSpc>
              <a:spcAft>
                <a:spcPts val="100"/>
              </a:spcAft>
            </a:pPr>
            <a:r>
              <a:rPr sz="1000" b="0" i="0">
                <a:solidFill>
                  <a:srgbClr val="EAEEF0"/>
                </a:solidFill>
                <a:latin typeface="Courier New"/>
              </a:rPr>
              <a:t>FD: model persisted to OSPI flash store</a:t>
            </a:r>
          </a:p>
        </p:txBody>
      </p:sp>
      <p:sp>
        <p:nvSpPr>
          <p:cNvPr id="9012" name="Rectangle 9011"/>
          <p:cNvSpPr/>
          <p:nvPr/>
        </p:nvSpPr>
        <p:spPr>
          <a:xfrm>
            <a:off x="457200" y="3977639"/>
            <a:ext cx="8229600" cy="548640"/>
          </a:xfrm>
          <a:prstGeom prst="rect">
            <a:avLst/>
          </a:prstGeom>
          <a:solidFill>
            <a:srgbClr val="E6F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3" name="TextBox 9012"/>
          <p:cNvSpPr txBox="1"/>
          <p:nvPr/>
        </p:nvSpPr>
        <p:spPr>
          <a:xfrm>
            <a:off x="603504" y="3977639"/>
            <a:ext cx="7936992" cy="548640"/>
          </a:xfrm>
          <a:prstGeom prst="rect">
            <a:avLst/>
          </a:prstGeom>
          <a:noFill/>
        </p:spPr>
        <p:txBody>
          <a:bodyPr wrap="square" anchor="ctr" lIns="0" rIns="0" tIns="0" bIns="0">
            <a:spAutoFit/>
          </a:bodyPr>
          <a:lstStyle/>
          <a:p>
            <a:pPr algn="l">
              <a:lnSpc>
                <a:spcPct val="110000"/>
              </a:lnSpc>
              <a:spcAft>
                <a:spcPts val="0"/>
              </a:spcAft>
            </a:pPr>
            <a:r>
              <a:rPr sz="1100" b="1" i="0">
                <a:solidFill>
                  <a:srgbClr val="368748"/>
                </a:solidFill>
                <a:latin typeface="Arial"/>
              </a:rPr>
              <a:t>Checkpoint: </a:t>
            </a:r>
            <a:r>
              <a:rPr sz="1100" b="0" i="0">
                <a:solidFill>
                  <a:srgbClr val="000000"/>
                </a:solidFill>
                <a:latin typeface="Arial"/>
              </a:rPr>
              <a:t>Active Model reads face-v3, inference is about 5,800 µs, Uptime never reset, and a snapshot with a box around your face is on your dashboard.</a:t>
            </a:r>
          </a:p>
        </p:txBody>
      </p:sp>
      <p:sp>
        <p:nvSpPr>
          <p:cNvPr id="9014" name="TextBox 9013"/>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Your dashboard once the face detector is loaded</a:t>
            </a:r>
          </a:p>
        </p:txBody>
      </p:sp>
      <p:sp>
        <p:nvSpPr>
          <p:cNvPr id="9000" name="Slide Number Placeholder"/>
          <p:cNvSpPr>
            <a:spLocks noGrp="1"/>
          </p:cNvSpPr>
          <p:nvPr>
            <p:ph type="sldNum" sz="quarter" idx="4"/>
          </p:nvPr>
        </p:nvSpPr>
        <p:spPr/>
        <p:txBody>
          <a:bodyPr/>
          <a:lstStyle/>
          <a:p>
            <a:fld id="{7B3151F3-0078-4626-80F4-84308AC01CF8}" type="slidenum">
              <a:rPr lang="en-US"/>
              <a:t>1</a:t>
            </a:fld>
          </a:p>
        </p:txBody>
      </p:sp>
      <p:pic>
        <p:nvPicPr>
          <p:cNvPr id="9001" name="Picture 9000" descr="dashboard.jpg"/>
          <p:cNvPicPr>
            <a:picLocks noChangeAspect="1"/>
          </p:cNvPicPr>
          <p:nvPr/>
        </p:nvPicPr>
        <p:blipFill>
          <a:blip r:embed="rId3"/>
          <a:stretch>
            <a:fillRect/>
          </a:stretch>
        </p:blipFill>
        <p:spPr>
          <a:xfrm>
            <a:off x="457200" y="1005840"/>
            <a:ext cx="6400800" cy="3107806"/>
          </a:xfrm>
          <a:prstGeom prst="rect">
            <a:avLst/>
          </a:prstGeom>
        </p:spPr>
      </p:pic>
      <p:sp>
        <p:nvSpPr>
          <p:cNvPr id="9002" name="Rectangle 9001"/>
          <p:cNvSpPr/>
          <p:nvPr/>
        </p:nvSpPr>
        <p:spPr>
          <a:xfrm>
            <a:off x="7040880" y="1005840"/>
            <a:ext cx="1645920" cy="841248"/>
          </a:xfrm>
          <a:prstGeom prst="rect">
            <a:avLst/>
          </a:prstGeom>
          <a:solidFill>
            <a:srgbClr val="FFFFFF"/>
          </a:solidFill>
          <a:ln w="12700">
            <a:solidFill>
              <a:srgbClr val="41C3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3" name="TextBox 9002"/>
          <p:cNvSpPr txBox="1"/>
          <p:nvPr/>
        </p:nvSpPr>
        <p:spPr>
          <a:xfrm>
            <a:off x="7132320" y="1060704"/>
            <a:ext cx="1481328" cy="768096"/>
          </a:xfrm>
          <a:prstGeom prst="rect">
            <a:avLst/>
          </a:prstGeom>
          <a:noFill/>
        </p:spPr>
        <p:txBody>
          <a:bodyPr wrap="square" anchor="t" lIns="0" rIns="0" tIns="0" bIns="0">
            <a:spAutoFit/>
          </a:bodyPr>
          <a:lstStyle/>
          <a:p>
            <a:pPr algn="l">
              <a:lnSpc>
                <a:spcPct val="108000"/>
              </a:lnSpc>
              <a:spcAft>
                <a:spcPts val="0"/>
              </a:spcAft>
            </a:pPr>
            <a:r>
              <a:rPr sz="850" b="1" i="0">
                <a:solidFill>
                  <a:srgbClr val="41C363"/>
                </a:solidFill>
                <a:latin typeface="Arial"/>
              </a:rPr>
              <a:t>Detection State card </a:t>
            </a:r>
            <a:r>
              <a:rPr sz="850" b="0" i="0">
                <a:solidFill>
                  <a:srgbClr val="000000"/>
                </a:solidFill>
                <a:latin typeface="Arial"/>
              </a:rPr>
              <a:t>switches between FACE, CLEAR, PERSON, NO PERSON and CLASSIFYING as the model changes.</a:t>
            </a:r>
          </a:p>
        </p:txBody>
      </p:sp>
      <p:sp>
        <p:nvSpPr>
          <p:cNvPr id="9004" name="Rectangle 9003"/>
          <p:cNvSpPr/>
          <p:nvPr/>
        </p:nvSpPr>
        <p:spPr>
          <a:xfrm>
            <a:off x="7040880" y="1920240"/>
            <a:ext cx="1645920" cy="841248"/>
          </a:xfrm>
          <a:prstGeom prst="rect">
            <a:avLst/>
          </a:prstGeom>
          <a:solidFill>
            <a:srgbClr val="FFFFFF"/>
          </a:solidFill>
          <a:ln w="12700">
            <a:solidFill>
              <a:srgbClr val="41C3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7132320" y="1975104"/>
            <a:ext cx="1481328" cy="768096"/>
          </a:xfrm>
          <a:prstGeom prst="rect">
            <a:avLst/>
          </a:prstGeom>
          <a:noFill/>
        </p:spPr>
        <p:txBody>
          <a:bodyPr wrap="square" anchor="t" lIns="0" rIns="0" tIns="0" bIns="0">
            <a:spAutoFit/>
          </a:bodyPr>
          <a:lstStyle/>
          <a:p>
            <a:pPr algn="l">
              <a:lnSpc>
                <a:spcPct val="108000"/>
              </a:lnSpc>
              <a:spcAft>
                <a:spcPts val="0"/>
              </a:spcAft>
            </a:pPr>
            <a:r>
              <a:rPr sz="850" b="1" i="0">
                <a:solidFill>
                  <a:srgbClr val="41C363"/>
                </a:solidFill>
                <a:latin typeface="Arial"/>
              </a:rPr>
              <a:t>Model Source card </a:t>
            </a:r>
            <a:r>
              <a:rPr sz="850" b="0" i="0">
                <a:solidFill>
                  <a:srgbClr val="000000"/>
                </a:solidFill>
                <a:latin typeface="Arial"/>
              </a:rPr>
              <a:t>says where the running model came from: cloud after a push, flash after a power cycle.</a:t>
            </a:r>
          </a:p>
        </p:txBody>
      </p:sp>
      <p:sp>
        <p:nvSpPr>
          <p:cNvPr id="9006" name="Rectangle 9005"/>
          <p:cNvSpPr/>
          <p:nvPr/>
        </p:nvSpPr>
        <p:spPr>
          <a:xfrm>
            <a:off x="7040880" y="2834640"/>
            <a:ext cx="1645920" cy="841248"/>
          </a:xfrm>
          <a:prstGeom prst="rect">
            <a:avLst/>
          </a:prstGeom>
          <a:solidFill>
            <a:srgbClr val="FFFFFF"/>
          </a:solidFill>
          <a:ln w="12700">
            <a:solidFill>
              <a:srgbClr val="41C3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7" name="TextBox 9006"/>
          <p:cNvSpPr txBox="1"/>
          <p:nvPr/>
        </p:nvSpPr>
        <p:spPr>
          <a:xfrm>
            <a:off x="7132320" y="2889504"/>
            <a:ext cx="1481328" cy="768096"/>
          </a:xfrm>
          <a:prstGeom prst="rect">
            <a:avLst/>
          </a:prstGeom>
          <a:noFill/>
        </p:spPr>
        <p:txBody>
          <a:bodyPr wrap="square" anchor="t" lIns="0" rIns="0" tIns="0" bIns="0">
            <a:spAutoFit/>
          </a:bodyPr>
          <a:lstStyle/>
          <a:p>
            <a:pPr algn="l">
              <a:lnSpc>
                <a:spcPct val="108000"/>
              </a:lnSpc>
              <a:spcAft>
                <a:spcPts val="0"/>
              </a:spcAft>
            </a:pPr>
            <a:r>
              <a:rPr sz="850" b="1" i="0">
                <a:solidFill>
                  <a:srgbClr val="41C363"/>
                </a:solidFill>
                <a:latin typeface="Arial"/>
              </a:rPr>
              <a:t>NPU Inference Time chart </a:t>
            </a:r>
            <a:r>
              <a:rPr sz="850" b="0" i="0">
                <a:solidFill>
                  <a:srgbClr val="000000"/>
                </a:solidFill>
                <a:latin typeface="Arial"/>
              </a:rPr>
              <a:t>is the model-swap history. Every push is a step in this line.</a:t>
            </a:r>
          </a:p>
        </p:txBody>
      </p:sp>
      <p:sp>
        <p:nvSpPr>
          <p:cNvPr id="9008" name="Rectangle 9007"/>
          <p:cNvSpPr/>
          <p:nvPr/>
        </p:nvSpPr>
        <p:spPr>
          <a:xfrm>
            <a:off x="7040880" y="3749039"/>
            <a:ext cx="1645920" cy="841248"/>
          </a:xfrm>
          <a:prstGeom prst="rect">
            <a:avLst/>
          </a:prstGeom>
          <a:solidFill>
            <a:srgbClr val="FFFFFF"/>
          </a:solidFill>
          <a:ln w="12700">
            <a:solidFill>
              <a:srgbClr val="41C3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9" name="TextBox 9008"/>
          <p:cNvSpPr txBox="1"/>
          <p:nvPr/>
        </p:nvSpPr>
        <p:spPr>
          <a:xfrm>
            <a:off x="7132320" y="3803903"/>
            <a:ext cx="1481328" cy="768096"/>
          </a:xfrm>
          <a:prstGeom prst="rect">
            <a:avLst/>
          </a:prstGeom>
          <a:noFill/>
        </p:spPr>
        <p:txBody>
          <a:bodyPr wrap="square" anchor="t" lIns="0" rIns="0" tIns="0" bIns="0">
            <a:spAutoFit/>
          </a:bodyPr>
          <a:lstStyle/>
          <a:p>
            <a:pPr algn="l">
              <a:lnSpc>
                <a:spcPct val="108000"/>
              </a:lnSpc>
              <a:spcAft>
                <a:spcPts val="0"/>
              </a:spcAft>
            </a:pPr>
            <a:r>
              <a:rPr sz="850" b="1" i="0">
                <a:solidFill>
                  <a:srgbClr val="41C363"/>
                </a:solidFill>
                <a:latin typeface="Arial"/>
              </a:rPr>
              <a:t>Uptime tile </a:t>
            </a:r>
            <a:r>
              <a:rPr sz="850" b="0" i="0">
                <a:solidFill>
                  <a:srgbClr val="000000"/>
                </a:solidFill>
                <a:latin typeface="Arial"/>
              </a:rPr>
              <a:t>must never reset today. It is the proof that nothing rebooted.</a:t>
            </a:r>
          </a:p>
        </p:txBody>
      </p:sp>
      <p:sp>
        <p:nvSpPr>
          <p:cNvPr id="9010" name="TextBox 9009"/>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9224" y="1143000"/>
            <a:ext cx="6309360" cy="1371600"/>
          </a:xfrm>
          <a:prstGeom prst="rect">
            <a:avLst/>
          </a:prstGeom>
          <a:noFill/>
        </p:spPr>
        <p:txBody>
          <a:bodyPr wrap="square" anchor="b" lIns="0" rIns="0" tIns="0" bIns="0">
            <a:spAutoFit/>
          </a:bodyPr>
          <a:lstStyle/>
          <a:p>
            <a:pPr algn="l">
              <a:lnSpc>
                <a:spcPct val="105000"/>
              </a:lnSpc>
              <a:spcAft>
                <a:spcPts val="0"/>
              </a:spcAft>
            </a:pPr>
            <a:r>
              <a:rPr sz="4000" b="0" i="0">
                <a:solidFill>
                  <a:srgbClr val="FFFFFF"/>
                </a:solidFill>
                <a:latin typeface="Arial"/>
              </a:rPr>
              <a:t>Break</a:t>
            </a:r>
          </a:p>
        </p:txBody>
      </p:sp>
      <p:cxnSp>
        <p:nvCxnSpPr>
          <p:cNvPr id="3" name="Connector 2"/>
          <p:cNvCxnSpPr/>
          <p:nvPr/>
        </p:nvCxnSpPr>
        <p:spPr>
          <a:xfrm>
            <a:off x="749808" y="2606040"/>
            <a:ext cx="5779008" cy="0"/>
          </a:xfrm>
          <a:prstGeom prst="line">
            <a:avLst/>
          </a:prstGeom>
          <a:ln w="6350">
            <a:solidFill>
              <a:srgbClr val="FFFFF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9224" y="2743200"/>
            <a:ext cx="6309360" cy="1463040"/>
          </a:xfrm>
          <a:prstGeom prst="rect">
            <a:avLst/>
          </a:prstGeom>
          <a:noFill/>
        </p:spPr>
        <p:txBody>
          <a:bodyPr wrap="square" anchor="t" lIns="0" rIns="0" tIns="0" bIns="0">
            <a:spAutoFit/>
          </a:bodyPr>
          <a:lstStyle/>
          <a:p>
            <a:pPr algn="l">
              <a:lnSpc>
                <a:spcPct val="115000"/>
              </a:lnSpc>
              <a:spcAft>
                <a:spcPts val="600"/>
              </a:spcAft>
            </a:pPr>
            <a:r>
              <a:rPr sz="1600" b="0" i="0">
                <a:solidFill>
                  <a:srgbClr val="FFFFFF"/>
                </a:solidFill>
                <a:latin typeface="Arial"/>
              </a:rPr>
              <a:t>10 minutes. Leave your board powered and connected.</a:t>
            </a:r>
          </a:p>
          <a:p>
            <a:pPr algn="l">
              <a:lnSpc>
                <a:spcPct val="115000"/>
              </a:lnSpc>
              <a:spcAft>
                <a:spcPts val="600"/>
              </a:spcAft>
            </a:pPr>
            <a:r>
              <a:rPr sz="1600" b="0" i="0">
                <a:solidFill>
                  <a:srgbClr val="FFFFFF"/>
                </a:solidFill>
                <a:latin typeface="Arial"/>
              </a:rPr>
              <a:t>When we return: what actually happened when you clicked Deploy.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Anatomy of a model push</a:t>
            </a:r>
          </a:p>
        </p:txBody>
      </p:sp>
      <p:sp>
        <p:nvSpPr>
          <p:cNvPr id="9000" name="Slide Number Placeholder"/>
          <p:cNvSpPr>
            <a:spLocks noGrp="1"/>
          </p:cNvSpPr>
          <p:nvPr>
            <p:ph type="sldNum" sz="quarter" idx="4"/>
          </p:nvPr>
        </p:nvSpPr>
        <p:spPr/>
        <p:txBody>
          <a:bodyPr/>
          <a:lstStyle/>
          <a:p>
            <a:fld id="{65A6FC74-FBEF-4CDB-BCD5-FABA55452B03}" type="slidenum">
              <a:rPr lang="en-US"/>
              <a:t>1</a:t>
            </a:fld>
          </a:p>
        </p:txBody>
      </p:sp>
      <p:sp>
        <p:nvSpPr>
          <p:cNvPr id="9001" name="Rectangle 9000"/>
          <p:cNvSpPr/>
          <p:nvPr/>
        </p:nvSpPr>
        <p:spPr>
          <a:xfrm>
            <a:off x="457200" y="1005840"/>
            <a:ext cx="1426464" cy="20116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66928" y="1115568"/>
            <a:ext cx="1207008"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1</a:t>
            </a:r>
          </a:p>
        </p:txBody>
      </p:sp>
      <p:sp>
        <p:nvSpPr>
          <p:cNvPr id="9003" name="TextBox 9002"/>
          <p:cNvSpPr txBox="1"/>
          <p:nvPr/>
        </p:nvSpPr>
        <p:spPr>
          <a:xfrm>
            <a:off x="566928" y="1499616"/>
            <a:ext cx="1207008"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Deploy</a:t>
            </a:r>
          </a:p>
        </p:txBody>
      </p:sp>
      <p:sp>
        <p:nvSpPr>
          <p:cNvPr id="9004" name="TextBox 9003"/>
          <p:cNvSpPr txBox="1"/>
          <p:nvPr/>
        </p:nvSpPr>
        <p:spPr>
          <a:xfrm>
            <a:off x="566928" y="1809105"/>
            <a:ext cx="1207008" cy="1098686"/>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AI Models sends a command over MQTT carrying a signed download URL.</a:t>
            </a:r>
          </a:p>
        </p:txBody>
      </p:sp>
      <p:sp>
        <p:nvSpPr>
          <p:cNvPr id="9005" name="Chevron 9004"/>
          <p:cNvSpPr/>
          <p:nvPr/>
        </p:nvSpPr>
        <p:spPr>
          <a:xfrm>
            <a:off x="1929384" y="1874519"/>
            <a:ext cx="201168"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6" name="Rectangle 9005"/>
          <p:cNvSpPr/>
          <p:nvPr/>
        </p:nvSpPr>
        <p:spPr>
          <a:xfrm>
            <a:off x="2176272" y="1005840"/>
            <a:ext cx="1426464" cy="20116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7" name="TextBox 9006"/>
          <p:cNvSpPr txBox="1"/>
          <p:nvPr/>
        </p:nvSpPr>
        <p:spPr>
          <a:xfrm>
            <a:off x="2286000" y="1115568"/>
            <a:ext cx="1207008"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2</a:t>
            </a:r>
          </a:p>
        </p:txBody>
      </p:sp>
      <p:sp>
        <p:nvSpPr>
          <p:cNvPr id="9008" name="TextBox 9007"/>
          <p:cNvSpPr txBox="1"/>
          <p:nvPr/>
        </p:nvSpPr>
        <p:spPr>
          <a:xfrm>
            <a:off x="2286000" y="1499616"/>
            <a:ext cx="1207008"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Download</a:t>
            </a:r>
          </a:p>
        </p:txBody>
      </p:sp>
      <p:sp>
        <p:nvSpPr>
          <p:cNvPr id="9009" name="TextBox 9008"/>
          <p:cNvSpPr txBox="1"/>
          <p:nvPr/>
        </p:nvSpPr>
        <p:spPr>
          <a:xfrm>
            <a:off x="2286000" y="1809105"/>
            <a:ext cx="1207008" cy="1098686"/>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HTTPS from S3 into a 4 MB pending buffer in SDRAM, three retries on error.</a:t>
            </a:r>
          </a:p>
        </p:txBody>
      </p:sp>
      <p:sp>
        <p:nvSpPr>
          <p:cNvPr id="9010" name="Chevron 9009"/>
          <p:cNvSpPr/>
          <p:nvPr/>
        </p:nvSpPr>
        <p:spPr>
          <a:xfrm>
            <a:off x="3648456" y="1874519"/>
            <a:ext cx="201168"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1" name="Rectangle 9010"/>
          <p:cNvSpPr/>
          <p:nvPr/>
        </p:nvSpPr>
        <p:spPr>
          <a:xfrm>
            <a:off x="3895344" y="1005840"/>
            <a:ext cx="1426464" cy="20116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2" name="TextBox 9011"/>
          <p:cNvSpPr txBox="1"/>
          <p:nvPr/>
        </p:nvSpPr>
        <p:spPr>
          <a:xfrm>
            <a:off x="4005072" y="1115568"/>
            <a:ext cx="1207008"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3</a:t>
            </a:r>
          </a:p>
        </p:txBody>
      </p:sp>
      <p:sp>
        <p:nvSpPr>
          <p:cNvPr id="9013" name="TextBox 9012"/>
          <p:cNvSpPr txBox="1"/>
          <p:nvPr/>
        </p:nvSpPr>
        <p:spPr>
          <a:xfrm>
            <a:off x="4005072" y="1499616"/>
            <a:ext cx="1207008"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Validate</a:t>
            </a:r>
          </a:p>
        </p:txBody>
      </p:sp>
      <p:sp>
        <p:nvSpPr>
          <p:cNvPr id="9014" name="TextBox 9013"/>
          <p:cNvSpPr txBox="1"/>
          <p:nvPr/>
        </p:nvSpPr>
        <p:spPr>
          <a:xfrm>
            <a:off x="4005072" y="1809105"/>
            <a:ext cx="1207008" cy="1098686"/>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Envelope header: magic, length, CRC32. Then a trial load checks the input shape.</a:t>
            </a:r>
          </a:p>
        </p:txBody>
      </p:sp>
      <p:sp>
        <p:nvSpPr>
          <p:cNvPr id="9015" name="Chevron 9014"/>
          <p:cNvSpPr/>
          <p:nvPr/>
        </p:nvSpPr>
        <p:spPr>
          <a:xfrm>
            <a:off x="5367528" y="1874519"/>
            <a:ext cx="201168"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6" name="Rectangle 9015"/>
          <p:cNvSpPr/>
          <p:nvPr/>
        </p:nvSpPr>
        <p:spPr>
          <a:xfrm>
            <a:off x="5614416" y="1005840"/>
            <a:ext cx="1426464" cy="2011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7" name="TextBox 9016"/>
          <p:cNvSpPr txBox="1"/>
          <p:nvPr/>
        </p:nvSpPr>
        <p:spPr>
          <a:xfrm>
            <a:off x="5724144" y="1115568"/>
            <a:ext cx="1207008"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4</a:t>
            </a:r>
          </a:p>
        </p:txBody>
      </p:sp>
      <p:sp>
        <p:nvSpPr>
          <p:cNvPr id="9018" name="TextBox 9017"/>
          <p:cNvSpPr txBox="1"/>
          <p:nvPr/>
        </p:nvSpPr>
        <p:spPr>
          <a:xfrm>
            <a:off x="5724144" y="1499616"/>
            <a:ext cx="1207008"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Hot-swap</a:t>
            </a:r>
          </a:p>
        </p:txBody>
      </p:sp>
      <p:sp>
        <p:nvSpPr>
          <p:cNvPr id="9019" name="TextBox 9018"/>
          <p:cNvSpPr txBox="1"/>
          <p:nvPr/>
        </p:nvSpPr>
        <p:spPr>
          <a:xfrm>
            <a:off x="5724144" y="1809105"/>
            <a:ext cx="1207008" cy="1098686"/>
          </a:xfrm>
          <a:prstGeom prst="rect">
            <a:avLst/>
          </a:prstGeom>
          <a:noFill/>
        </p:spPr>
        <p:txBody>
          <a:bodyPr wrap="square" anchor="t" lIns="0" rIns="0" tIns="0" bIns="0">
            <a:spAutoFit/>
          </a:bodyPr>
          <a:lstStyle/>
          <a:p>
            <a:pPr algn="l">
              <a:lnSpc>
                <a:spcPct val="110000"/>
              </a:lnSpc>
              <a:spcAft>
                <a:spcPts val="300"/>
              </a:spcAft>
            </a:pPr>
            <a:r>
              <a:rPr sz="1000" b="0" i="0">
                <a:solidFill>
                  <a:srgbClr val="FFFFFF"/>
                </a:solidFill>
                <a:latin typeface="Arial"/>
              </a:rPr>
              <a:t>Between two inferences: tear down the interpreter, rebuild it over the same arena.</a:t>
            </a:r>
          </a:p>
        </p:txBody>
      </p:sp>
      <p:sp>
        <p:nvSpPr>
          <p:cNvPr id="9020" name="Chevron 9019"/>
          <p:cNvSpPr/>
          <p:nvPr/>
        </p:nvSpPr>
        <p:spPr>
          <a:xfrm>
            <a:off x="7086600" y="1874519"/>
            <a:ext cx="201168"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1" name="Rectangle 9020"/>
          <p:cNvSpPr/>
          <p:nvPr/>
        </p:nvSpPr>
        <p:spPr>
          <a:xfrm>
            <a:off x="7333488" y="1005840"/>
            <a:ext cx="1426464" cy="201168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2" name="TextBox 9021"/>
          <p:cNvSpPr txBox="1"/>
          <p:nvPr/>
        </p:nvSpPr>
        <p:spPr>
          <a:xfrm>
            <a:off x="7443216" y="1115568"/>
            <a:ext cx="1207008"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5</a:t>
            </a:r>
          </a:p>
        </p:txBody>
      </p:sp>
      <p:sp>
        <p:nvSpPr>
          <p:cNvPr id="9023" name="TextBox 9022"/>
          <p:cNvSpPr txBox="1"/>
          <p:nvPr/>
        </p:nvSpPr>
        <p:spPr>
          <a:xfrm>
            <a:off x="7443216" y="1499616"/>
            <a:ext cx="1207008" cy="274320"/>
          </a:xfrm>
          <a:prstGeom prst="rect">
            <a:avLst/>
          </a:prstGeom>
          <a:noFill/>
        </p:spPr>
        <p:txBody>
          <a:bodyPr wrap="square" anchor="t" lIns="0" rIns="0" tIns="0" bIns="0">
            <a:spAutoFit/>
          </a:bodyPr>
          <a:lstStyle/>
          <a:p>
            <a:pPr algn="l">
              <a:lnSpc>
                <a:spcPct val="110000"/>
              </a:lnSpc>
              <a:spcAft>
                <a:spcPts val="0"/>
              </a:spcAft>
            </a:pPr>
            <a:r>
              <a:rPr sz="1250" b="1" i="0">
                <a:solidFill>
                  <a:srgbClr val="41C363"/>
                </a:solidFill>
                <a:latin typeface="Arial"/>
              </a:rPr>
              <a:t>Persist</a:t>
            </a:r>
          </a:p>
        </p:txBody>
      </p:sp>
      <p:sp>
        <p:nvSpPr>
          <p:cNvPr id="9024" name="TextBox 9023"/>
          <p:cNvSpPr txBox="1"/>
          <p:nvPr/>
        </p:nvSpPr>
        <p:spPr>
          <a:xfrm>
            <a:off x="7443216" y="1809105"/>
            <a:ext cx="1207008" cy="1098686"/>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The envelope is written to a raw OSPI flash slot and reloaded at every boot.</a:t>
            </a:r>
          </a:p>
        </p:txBody>
      </p:sp>
      <p:sp>
        <p:nvSpPr>
          <p:cNvPr id="9025" name="Rectangle 9024"/>
          <p:cNvSpPr/>
          <p:nvPr/>
        </p:nvSpPr>
        <p:spPr>
          <a:xfrm>
            <a:off x="457200" y="3200400"/>
            <a:ext cx="402336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6" name="TextBox 9025"/>
          <p:cNvSpPr txBox="1"/>
          <p:nvPr/>
        </p:nvSpPr>
        <p:spPr>
          <a:xfrm>
            <a:off x="594360" y="3200400"/>
            <a:ext cx="3749039" cy="868680"/>
          </a:xfrm>
          <a:prstGeom prst="rect">
            <a:avLst/>
          </a:prstGeom>
          <a:noFill/>
        </p:spPr>
        <p:txBody>
          <a:bodyPr wrap="square" anchor="ctr" lIns="0" rIns="0" tIns="0" bIns="0">
            <a:spAutoFit/>
          </a:bodyPr>
          <a:lstStyle/>
          <a:p>
            <a:pPr algn="l">
              <a:lnSpc>
                <a:spcPct val="112000"/>
              </a:lnSpc>
              <a:spcAft>
                <a:spcPts val="0"/>
              </a:spcAft>
            </a:pPr>
            <a:r>
              <a:rPr sz="1050" b="0" i="0">
                <a:solidFill>
                  <a:srgbClr val="000000"/>
                </a:solidFill>
                <a:latin typeface="Arial"/>
              </a:rPr>
              <a:t>A failure at step 3 or 4 keeps the previous model running. The camera, display and telemetry never stop during any step.</a:t>
            </a:r>
          </a:p>
        </p:txBody>
      </p:sp>
      <p:sp>
        <p:nvSpPr>
          <p:cNvPr id="9027" name="Rectangle 9026"/>
          <p:cNvSpPr/>
          <p:nvPr/>
        </p:nvSpPr>
        <p:spPr>
          <a:xfrm>
            <a:off x="4663440" y="3200400"/>
            <a:ext cx="402336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8" name="TextBox 9027"/>
          <p:cNvSpPr txBox="1"/>
          <p:nvPr/>
        </p:nvSpPr>
        <p:spPr>
          <a:xfrm>
            <a:off x="4800600" y="3200400"/>
            <a:ext cx="3749039" cy="868680"/>
          </a:xfrm>
          <a:prstGeom prst="rect">
            <a:avLst/>
          </a:prstGeom>
          <a:noFill/>
        </p:spPr>
        <p:txBody>
          <a:bodyPr wrap="square" anchor="ctr" lIns="0" rIns="0" tIns="0" bIns="0">
            <a:spAutoFit/>
          </a:bodyPr>
          <a:lstStyle/>
          <a:p>
            <a:pPr algn="l">
              <a:lnSpc>
                <a:spcPct val="112000"/>
              </a:lnSpc>
              <a:spcAft>
                <a:spcPts val="0"/>
              </a:spcAft>
            </a:pPr>
            <a:r>
              <a:rPr sz="1050" b="0" i="0">
                <a:solidFill>
                  <a:srgbClr val="000000"/>
                </a:solidFill>
                <a:latin typeface="Arial"/>
              </a:rPr>
              <a:t>A push during a live video stream is deferred until the download can share the heap, then proceeds with the stream still playing.</a:t>
            </a:r>
          </a:p>
        </p:txBody>
      </p:sp>
      <p:sp>
        <p:nvSpPr>
          <p:cNvPr id="9029" name="TextBox 9028"/>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What is inside the file you push</a:t>
            </a:r>
          </a:p>
        </p:txBody>
      </p:sp>
      <p:sp>
        <p:nvSpPr>
          <p:cNvPr id="9000" name="Slide Number Placeholder"/>
          <p:cNvSpPr>
            <a:spLocks noGrp="1"/>
          </p:cNvSpPr>
          <p:nvPr>
            <p:ph type="sldNum" sz="quarter" idx="4"/>
          </p:nvPr>
        </p:nvSpPr>
        <p:spPr/>
        <p:txBody>
          <a:bodyPr/>
          <a:lstStyle/>
          <a:p>
            <a:fld id="{29EDA188-6C15-4F80-A812-DF6AE9757CD9}" type="slidenum">
              <a:rPr lang="en-US"/>
              <a:t>1</a:t>
            </a:fld>
          </a:p>
        </p:txBody>
      </p:sp>
      <p:sp>
        <p:nvSpPr>
          <p:cNvPr id="9001" name="Rectangle 9000"/>
          <p:cNvSpPr/>
          <p:nvPr/>
        </p:nvSpPr>
        <p:spPr>
          <a:xfrm>
            <a:off x="457200" y="1005840"/>
            <a:ext cx="3931920" cy="38404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94360" y="1005840"/>
            <a:ext cx="3657600" cy="384048"/>
          </a:xfrm>
          <a:prstGeom prst="rect">
            <a:avLst/>
          </a:prstGeom>
          <a:noFill/>
        </p:spPr>
        <p:txBody>
          <a:bodyPr wrap="square" anchor="ctr" lIns="0" rIns="0" tIns="0" bIns="0">
            <a:spAutoFit/>
          </a:bodyPr>
          <a:lstStyle/>
          <a:p>
            <a:pPr algn="l">
              <a:lnSpc>
                <a:spcPct val="110000"/>
              </a:lnSpc>
              <a:spcAft>
                <a:spcPts val="0"/>
              </a:spcAft>
            </a:pPr>
            <a:r>
              <a:rPr sz="1050" b="1" i="0">
                <a:solidFill>
                  <a:srgbClr val="41C363"/>
                </a:solidFill>
                <a:latin typeface="Arial"/>
              </a:rPr>
              <a:t>STORED ZIP, NO COMPRESSION</a:t>
            </a:r>
          </a:p>
        </p:txBody>
      </p:sp>
      <p:sp>
        <p:nvSpPr>
          <p:cNvPr id="9003" name="Rectangle 9002"/>
          <p:cNvSpPr/>
          <p:nvPr/>
        </p:nvSpPr>
        <p:spPr>
          <a:xfrm>
            <a:off x="457200" y="1389888"/>
            <a:ext cx="3931920" cy="25146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4" name="Rectangle 9003"/>
          <p:cNvSpPr/>
          <p:nvPr/>
        </p:nvSpPr>
        <p:spPr>
          <a:xfrm>
            <a:off x="640080" y="1572768"/>
            <a:ext cx="3566160" cy="9601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777240" y="1645920"/>
            <a:ext cx="3291840" cy="274320"/>
          </a:xfrm>
          <a:prstGeom prst="rect">
            <a:avLst/>
          </a:prstGeom>
          <a:noFill/>
        </p:spPr>
        <p:txBody>
          <a:bodyPr wrap="square" anchor="t" lIns="0" rIns="0" tIns="0" bIns="0">
            <a:spAutoFit/>
          </a:bodyPr>
          <a:lstStyle/>
          <a:p>
            <a:pPr algn="l">
              <a:lnSpc>
                <a:spcPct val="110000"/>
              </a:lnSpc>
              <a:spcAft>
                <a:spcPts val="0"/>
              </a:spcAft>
            </a:pPr>
            <a:r>
              <a:rPr sz="1200" b="1" i="0">
                <a:solidFill>
                  <a:srgbClr val="000000"/>
                </a:solidFill>
                <a:latin typeface="Arial"/>
              </a:rPr>
              <a:t>IOTV header, 32 bytes</a:t>
            </a:r>
          </a:p>
        </p:txBody>
      </p:sp>
      <p:sp>
        <p:nvSpPr>
          <p:cNvPr id="9006" name="TextBox 9005"/>
          <p:cNvSpPr txBox="1"/>
          <p:nvPr/>
        </p:nvSpPr>
        <p:spPr>
          <a:xfrm>
            <a:off x="777240" y="1920240"/>
            <a:ext cx="3291840" cy="594360"/>
          </a:xfrm>
          <a:prstGeom prst="rect">
            <a:avLst/>
          </a:prstGeom>
          <a:noFill/>
        </p:spPr>
        <p:txBody>
          <a:bodyPr wrap="square" anchor="t" lIns="0" rIns="0" tIns="0" bIns="0">
            <a:spAutoFit/>
          </a:bodyPr>
          <a:lstStyle/>
          <a:p>
            <a:pPr algn="l">
              <a:lnSpc>
                <a:spcPct val="110000"/>
              </a:lnSpc>
              <a:spcAft>
                <a:spcPts val="0"/>
              </a:spcAft>
            </a:pPr>
            <a:r>
              <a:rPr sz="1000" b="0" i="0">
                <a:solidFill>
                  <a:srgbClr val="000000"/>
                </a:solidFill>
                <a:latin typeface="Arial"/>
              </a:rPr>
              <a:t>magic IOTV · format version · model version · payload length · CRC32 · display name (15 chars)</a:t>
            </a:r>
          </a:p>
        </p:txBody>
      </p:sp>
      <p:sp>
        <p:nvSpPr>
          <p:cNvPr id="9007" name="Rectangle 9006"/>
          <p:cNvSpPr/>
          <p:nvPr/>
        </p:nvSpPr>
        <p:spPr>
          <a:xfrm>
            <a:off x="640080" y="2670048"/>
            <a:ext cx="3566160" cy="10972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8" name="TextBox 9007"/>
          <p:cNvSpPr txBox="1"/>
          <p:nvPr/>
        </p:nvSpPr>
        <p:spPr>
          <a:xfrm>
            <a:off x="777240" y="2743200"/>
            <a:ext cx="3291840" cy="274320"/>
          </a:xfrm>
          <a:prstGeom prst="rect">
            <a:avLst/>
          </a:prstGeom>
          <a:noFill/>
        </p:spPr>
        <p:txBody>
          <a:bodyPr wrap="square" anchor="t" lIns="0" rIns="0" tIns="0" bIns="0">
            <a:spAutoFit/>
          </a:bodyPr>
          <a:lstStyle/>
          <a:p>
            <a:pPr algn="l">
              <a:lnSpc>
                <a:spcPct val="110000"/>
              </a:lnSpc>
              <a:spcAft>
                <a:spcPts val="0"/>
              </a:spcAft>
            </a:pPr>
            <a:r>
              <a:rPr sz="1200" b="1" i="0">
                <a:solidFill>
                  <a:srgbClr val="000000"/>
                </a:solidFill>
                <a:latin typeface="Arial"/>
              </a:rPr>
              <a:t>Vela-compiled .tflite flatbuffer</a:t>
            </a:r>
          </a:p>
        </p:txBody>
      </p:sp>
      <p:sp>
        <p:nvSpPr>
          <p:cNvPr id="9009" name="TextBox 9008"/>
          <p:cNvSpPr txBox="1"/>
          <p:nvPr/>
        </p:nvSpPr>
        <p:spPr>
          <a:xfrm>
            <a:off x="777240" y="3017520"/>
            <a:ext cx="3291840" cy="731520"/>
          </a:xfrm>
          <a:prstGeom prst="rect">
            <a:avLst/>
          </a:prstGeom>
          <a:noFill/>
        </p:spPr>
        <p:txBody>
          <a:bodyPr wrap="square" anchor="t" lIns="0" rIns="0" tIns="0" bIns="0">
            <a:spAutoFit/>
          </a:bodyPr>
          <a:lstStyle/>
          <a:p>
            <a:pPr algn="l">
              <a:lnSpc>
                <a:spcPct val="110000"/>
              </a:lnSpc>
              <a:spcAft>
                <a:spcPts val="0"/>
              </a:spcAft>
            </a:pPr>
            <a:r>
              <a:rPr sz="1000" b="0" i="0">
                <a:solidFill>
                  <a:srgbClr val="000000"/>
                </a:solidFill>
                <a:latin typeface="Arial"/>
              </a:rPr>
              <a:t>The whole network as one ethos-u custom op carrying the NPU command stream. Made by tools/pack_model.py.</a:t>
            </a:r>
          </a:p>
        </p:txBody>
      </p:sp>
      <p:sp>
        <p:nvSpPr>
          <p:cNvPr id="9010" name="TextBox 9009"/>
          <p:cNvSpPr txBox="1"/>
          <p:nvPr/>
        </p:nvSpPr>
        <p:spPr>
          <a:xfrm>
            <a:off x="4754880" y="960120"/>
            <a:ext cx="3931920"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THE BOARD DETECTS THE FAMILY FROM THE INPUT TENSOR</a:t>
            </a:r>
          </a:p>
        </p:txBody>
      </p:sp>
      <p:graphicFrame>
        <p:nvGraphicFramePr>
          <p:cNvPr id="9011" name="Table 9010"/>
          <p:cNvGraphicFramePr>
            <a:graphicFrameLocks noGrp="1"/>
          </p:cNvGraphicFramePr>
          <p:nvPr/>
        </p:nvGraphicFramePr>
        <p:xfrm>
          <a:off x="4754880" y="1207008"/>
          <a:ext cx="3931918" cy="1536192"/>
        </p:xfrm>
        <a:graphic>
          <a:graphicData uri="http://schemas.openxmlformats.org/drawingml/2006/table">
            <a:tbl>
              <a:tblPr firstRow="1">
                <a:tableStyleId>{5C22544A-7EE6-4342-B048-85BDC9FD1C3A}</a:tableStyleId>
              </a:tblPr>
              <a:tblGrid>
                <a:gridCol w="1234439"/>
                <a:gridCol w="2697479"/>
              </a:tblGrid>
              <a:tr h="384048">
                <a:tc>
                  <a:txBody>
                    <a:bodyPr wrap="square"/>
                    <a:lstStyle/>
                    <a:p>
                      <a:pPr algn="l"/>
                      <a:r>
                        <a:rPr sz="1050" b="1" i="0">
                          <a:solidFill>
                            <a:srgbClr val="FFFFFF"/>
                          </a:solidFill>
                          <a:latin typeface="Arial"/>
                        </a:rPr>
                        <a:t>Input shape</a:t>
                      </a:r>
                    </a:p>
                  </a:txBody>
                  <a:tcPr marL="64008" marR="64008" marT="27432" marB="27432" anchor="ctr">
                    <a:solidFill>
                      <a:srgbClr val="000000"/>
                    </a:solidFill>
                  </a:tcPr>
                </a:tc>
                <a:tc>
                  <a:txBody>
                    <a:bodyPr wrap="square"/>
                    <a:lstStyle/>
                    <a:p>
                      <a:pPr algn="l"/>
                      <a:r>
                        <a:rPr sz="1050" b="1" i="0">
                          <a:solidFill>
                            <a:srgbClr val="FFFFFF"/>
                          </a:solidFill>
                          <a:latin typeface="Arial"/>
                        </a:rPr>
                        <a:t>Treated as</a:t>
                      </a:r>
                    </a:p>
                  </a:txBody>
                  <a:tcPr marL="64008" marR="64008" marT="27432" marB="27432" anchor="ctr">
                    <a:solidFill>
                      <a:srgbClr val="000000"/>
                    </a:solidFill>
                  </a:tcPr>
                </a:tc>
              </a:tr>
              <a:tr h="384048">
                <a:tc>
                  <a:txBody>
                    <a:bodyPr wrap="square"/>
                    <a:lstStyle/>
                    <a:p>
                      <a:pPr algn="l"/>
                      <a:r>
                        <a:rPr sz="1050" b="1" i="0">
                          <a:solidFill>
                            <a:srgbClr val="000000"/>
                          </a:solidFill>
                          <a:latin typeface="Arial"/>
                        </a:rPr>
                        <a:t>192 × 192 × 1</a:t>
                      </a:r>
                    </a:p>
                  </a:txBody>
                  <a:tcPr marL="64008" marR="64008" marT="27432" marB="27432" anchor="ctr">
                    <a:solidFill>
                      <a:srgbClr val="FFFFFF"/>
                    </a:solidFill>
                  </a:tcPr>
                </a:tc>
                <a:tc>
                  <a:txBody>
                    <a:bodyPr wrap="square"/>
                    <a:lstStyle/>
                    <a:p>
                      <a:pPr algn="l"/>
                      <a:r>
                        <a:rPr sz="1050" b="0" i="0">
                          <a:solidFill>
                            <a:srgbClr val="000000"/>
                          </a:solidFill>
                          <a:latin typeface="Arial"/>
                        </a:rPr>
                        <a:t>Face detector, two YOLO output heads, boxes</a:t>
                      </a:r>
                    </a:p>
                  </a:txBody>
                  <a:tcPr marL="64008" marR="64008" marT="27432" marB="27432" anchor="ctr">
                    <a:solidFill>
                      <a:srgbClr val="FFFFFF"/>
                    </a:solidFill>
                  </a:tcPr>
                </a:tc>
              </a:tr>
              <a:tr h="384048">
                <a:tc>
                  <a:txBody>
                    <a:bodyPr wrap="square"/>
                    <a:lstStyle/>
                    <a:p>
                      <a:pPr algn="l"/>
                      <a:r>
                        <a:rPr sz="1050" b="1" i="0">
                          <a:solidFill>
                            <a:srgbClr val="000000"/>
                          </a:solidFill>
                          <a:latin typeface="Arial"/>
                        </a:rPr>
                        <a:t>96 × 96 × 1</a:t>
                      </a:r>
                    </a:p>
                  </a:txBody>
                  <a:tcPr marL="64008" marR="64008" marT="27432" marB="27432" anchor="ctr">
                    <a:solidFill>
                      <a:srgbClr val="F2F2F2"/>
                    </a:solidFill>
                  </a:tcPr>
                </a:tc>
                <a:tc>
                  <a:txBody>
                    <a:bodyPr wrap="square"/>
                    <a:lstStyle/>
                    <a:p>
                      <a:pPr algn="l"/>
                      <a:r>
                        <a:rPr sz="1050" b="0" i="0">
                          <a:solidFill>
                            <a:srgbClr val="000000"/>
                          </a:solidFill>
                          <a:latin typeface="Arial"/>
                        </a:rPr>
                        <a:t>Two-class classifier: person / no person</a:t>
                      </a:r>
                    </a:p>
                  </a:txBody>
                  <a:tcPr marL="64008" marR="64008" marT="27432" marB="27432" anchor="ctr">
                    <a:solidFill>
                      <a:srgbClr val="F2F2F2"/>
                    </a:solidFill>
                  </a:tcPr>
                </a:tc>
              </a:tr>
              <a:tr h="384048">
                <a:tc>
                  <a:txBody>
                    <a:bodyPr wrap="square"/>
                    <a:lstStyle/>
                    <a:p>
                      <a:pPr algn="l"/>
                      <a:r>
                        <a:rPr sz="1050" b="1" i="0">
                          <a:solidFill>
                            <a:srgbClr val="000000"/>
                          </a:solidFill>
                          <a:latin typeface="Arial"/>
                        </a:rPr>
                        <a:t>224 × 224 × 3</a:t>
                      </a:r>
                    </a:p>
                  </a:txBody>
                  <a:tcPr marL="64008" marR="64008" marT="27432" marB="27432" anchor="ctr">
                    <a:solidFill>
                      <a:srgbClr val="FFFFFF"/>
                    </a:solidFill>
                  </a:tcPr>
                </a:tc>
                <a:tc>
                  <a:txBody>
                    <a:bodyPr wrap="square"/>
                    <a:lstStyle/>
                    <a:p>
                      <a:pPr algn="l"/>
                      <a:r>
                        <a:rPr sz="1050" b="0" i="0">
                          <a:solidFill>
                            <a:srgbClr val="000000"/>
                          </a:solidFill>
                          <a:latin typeface="Arial"/>
                        </a:rPr>
                        <a:t>1000-class ImageNet classifier, top label</a:t>
                      </a:r>
                    </a:p>
                  </a:txBody>
                  <a:tcPr marL="64008" marR="64008" marT="27432" marB="27432" anchor="ctr">
                    <a:solidFill>
                      <a:srgbClr val="FFFFFF"/>
                    </a:solidFill>
                  </a:tcPr>
                </a:tc>
              </a:tr>
            </a:tbl>
          </a:graphicData>
        </a:graphic>
      </p:graphicFrame>
      <p:sp>
        <p:nvSpPr>
          <p:cNvPr id="9012" name="TextBox 9011"/>
          <p:cNvSpPr txBox="1"/>
          <p:nvPr/>
        </p:nvSpPr>
        <p:spPr>
          <a:xfrm>
            <a:off x="4754880" y="2880360"/>
            <a:ext cx="3931920" cy="1097280"/>
          </a:xfrm>
          <a:prstGeom prst="rect">
            <a:avLst/>
          </a:prstGeom>
          <a:noFill/>
        </p:spPr>
        <p:txBody>
          <a:bodyPr wrap="square" anchor="t" lIns="0" rIns="0" tIns="0" bIns="0">
            <a:spAutoFit/>
          </a:bodyPr>
          <a:lstStyle/>
          <a:p>
            <a:pPr algn="l">
              <a:lnSpc>
                <a:spcPct val="115000"/>
              </a:lnSpc>
              <a:spcAft>
                <a:spcPts val="0"/>
              </a:spcAft>
            </a:pPr>
            <a:r>
              <a:rPr sz="1050" b="0" i="0">
                <a:solidFill>
                  <a:srgbClr val="5F6369"/>
                </a:solidFill>
                <a:latin typeface="Arial"/>
              </a:rPr>
              <a:t>Limits: 4 MB enveloped, 640 KiB tensor arena (Vela's Total SRAM used), only the ops linked into this build. Anything else is rejected at load and the previous model restored.</a:t>
            </a:r>
          </a:p>
        </p:txBody>
      </p:sp>
      <p:sp>
        <p:nvSpPr>
          <p:cNvPr id="9013" name="TextBox 9012"/>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model library, already registered for you</a:t>
            </a:r>
          </a:p>
        </p:txBody>
      </p:sp>
      <p:sp>
        <p:nvSpPr>
          <p:cNvPr id="9000" name="Slide Number Placeholder"/>
          <p:cNvSpPr>
            <a:spLocks noGrp="1"/>
          </p:cNvSpPr>
          <p:nvPr>
            <p:ph type="sldNum" sz="quarter" idx="4"/>
          </p:nvPr>
        </p:nvSpPr>
        <p:spPr/>
        <p:txBody>
          <a:bodyPr/>
          <a:lstStyle/>
          <a:p>
            <a:fld id="{77802AE4-F2D8-4386-821C-5088A0260905}" type="slidenum">
              <a:rPr lang="en-US"/>
              <a:t>1</a:t>
            </a:fld>
          </a:p>
        </p:txBody>
      </p:sp>
      <p:graphicFrame>
        <p:nvGraphicFramePr>
          <p:cNvPr id="9001" name="Table 9000"/>
          <p:cNvGraphicFramePr>
            <a:graphicFrameLocks noGrp="1"/>
          </p:cNvGraphicFramePr>
          <p:nvPr/>
        </p:nvGraphicFramePr>
        <p:xfrm>
          <a:off x="457200" y="1005840"/>
          <a:ext cx="8229600" cy="2084832"/>
        </p:xfrm>
        <a:graphic>
          <a:graphicData uri="http://schemas.openxmlformats.org/drawingml/2006/table">
            <a:tbl>
              <a:tblPr firstRow="1">
                <a:tableStyleId>{5C22544A-7EE6-4342-B048-85BDC9FD1C3A}</a:tableStyleId>
              </a:tblPr>
              <a:tblGrid>
                <a:gridCol w="2377440"/>
                <a:gridCol w="2834640"/>
                <a:gridCol w="1188720"/>
                <a:gridCol w="914400"/>
                <a:gridCol w="914400"/>
              </a:tblGrid>
              <a:tr h="347472">
                <a:tc>
                  <a:txBody>
                    <a:bodyPr wrap="square"/>
                    <a:lstStyle/>
                    <a:p>
                      <a:pPr algn="l"/>
                      <a:r>
                        <a:rPr sz="1050" b="1" i="0">
                          <a:solidFill>
                            <a:srgbClr val="FFFFFF"/>
                          </a:solidFill>
                          <a:latin typeface="Arial"/>
                        </a:rPr>
                        <a:t>In AI Models</a:t>
                      </a:r>
                    </a:p>
                  </a:txBody>
                  <a:tcPr marL="64008" marR="64008" marT="27432" marB="27432" anchor="ctr">
                    <a:solidFill>
                      <a:srgbClr val="000000"/>
                    </a:solidFill>
                  </a:tcPr>
                </a:tc>
                <a:tc>
                  <a:txBody>
                    <a:bodyPr wrap="square"/>
                    <a:lstStyle/>
                    <a:p>
                      <a:pPr algn="l"/>
                      <a:r>
                        <a:rPr sz="1050" b="1" i="0">
                          <a:solidFill>
                            <a:srgbClr val="FFFFFF"/>
                          </a:solidFill>
                          <a:latin typeface="Arial"/>
                        </a:rPr>
                        <a:t>What the board becomes</a:t>
                      </a:r>
                    </a:p>
                  </a:txBody>
                  <a:tcPr marL="64008" marR="64008" marT="27432" marB="27432" anchor="ctr">
                    <a:solidFill>
                      <a:srgbClr val="000000"/>
                    </a:solidFill>
                  </a:tcPr>
                </a:tc>
                <a:tc>
                  <a:txBody>
                    <a:bodyPr wrap="square"/>
                    <a:lstStyle/>
                    <a:p>
                      <a:pPr algn="l"/>
                      <a:r>
                        <a:rPr sz="1050" b="1" i="0">
                          <a:solidFill>
                            <a:srgbClr val="FFFFFF"/>
                          </a:solidFill>
                          <a:latin typeface="Arial"/>
                        </a:rPr>
                        <a:t>Input</a:t>
                      </a:r>
                    </a:p>
                  </a:txBody>
                  <a:tcPr marL="64008" marR="64008" marT="27432" marB="27432" anchor="ctr">
                    <a:solidFill>
                      <a:srgbClr val="000000"/>
                    </a:solidFill>
                  </a:tcPr>
                </a:tc>
                <a:tc>
                  <a:txBody>
                    <a:bodyPr wrap="square"/>
                    <a:lstStyle/>
                    <a:p>
                      <a:pPr algn="r"/>
                      <a:r>
                        <a:rPr sz="1050" b="1" i="0">
                          <a:solidFill>
                            <a:srgbClr val="FFFFFF"/>
                          </a:solidFill>
                          <a:latin typeface="Arial"/>
                        </a:rPr>
                        <a:t>Inference</a:t>
                      </a:r>
                    </a:p>
                  </a:txBody>
                  <a:tcPr marL="64008" marR="64008" marT="27432" marB="27432" anchor="ctr">
                    <a:solidFill>
                      <a:srgbClr val="000000"/>
                    </a:solidFill>
                  </a:tcPr>
                </a:tc>
                <a:tc>
                  <a:txBody>
                    <a:bodyPr wrap="square"/>
                    <a:lstStyle/>
                    <a:p>
                      <a:pPr algn="r"/>
                      <a:r>
                        <a:rPr sz="1050" b="1" i="0">
                          <a:solidFill>
                            <a:srgbClr val="FFFFFF"/>
                          </a:solidFill>
                          <a:latin typeface="Arial"/>
                        </a:rPr>
                        <a:t>Size</a:t>
                      </a:r>
                    </a:p>
                  </a:txBody>
                  <a:tcPr marL="64008" marR="64008" marT="27432" marB="27432" anchor="ctr">
                    <a:solidFill>
                      <a:srgbClr val="000000"/>
                    </a:solidFill>
                  </a:tcPr>
                </a:tc>
              </a:tr>
              <a:tr h="347472">
                <a:tc>
                  <a:txBody>
                    <a:bodyPr wrap="square"/>
                    <a:lstStyle/>
                    <a:p>
                      <a:pPr algn="l"/>
                      <a:r>
                        <a:rPr sz="1050" b="1" i="0">
                          <a:solidFill>
                            <a:srgbClr val="000000"/>
                          </a:solidFill>
                          <a:latin typeface="Arial"/>
                        </a:rPr>
                        <a:t>RA8P1 Face Detect</a:t>
                      </a:r>
                    </a:p>
                  </a:txBody>
                  <a:tcPr marL="64008" marR="64008" marT="27432" marB="27432" anchor="ctr">
                    <a:solidFill>
                      <a:srgbClr val="FFFFFF"/>
                    </a:solidFill>
                  </a:tcPr>
                </a:tc>
                <a:tc>
                  <a:txBody>
                    <a:bodyPr wrap="square"/>
                    <a:lstStyle/>
                    <a:p>
                      <a:pPr algn="l"/>
                      <a:r>
                        <a:rPr sz="1050" b="0" i="0">
                          <a:solidFill>
                            <a:srgbClr val="000000"/>
                          </a:solidFill>
                          <a:latin typeface="Arial"/>
                        </a:rPr>
                        <a:t>Face detector with boxes (YOLO Fastest)</a:t>
                      </a:r>
                    </a:p>
                  </a:txBody>
                  <a:tcPr marL="64008" marR="64008" marT="27432" marB="27432" anchor="ctr">
                    <a:solidFill>
                      <a:srgbClr val="FFFFFF"/>
                    </a:solidFill>
                  </a:tcPr>
                </a:tc>
                <a:tc>
                  <a:txBody>
                    <a:bodyPr wrap="square"/>
                    <a:lstStyle/>
                    <a:p>
                      <a:pPr algn="l"/>
                      <a:r>
                        <a:rPr sz="1050" b="0" i="0">
                          <a:solidFill>
                            <a:srgbClr val="000000"/>
                          </a:solidFill>
                          <a:latin typeface="Arial"/>
                        </a:rPr>
                        <a:t>192×192 gray</a:t>
                      </a:r>
                    </a:p>
                  </a:txBody>
                  <a:tcPr marL="64008" marR="64008" marT="27432" marB="27432" anchor="ctr">
                    <a:solidFill>
                      <a:srgbClr val="FFFFFF"/>
                    </a:solidFill>
                  </a:tcPr>
                </a:tc>
                <a:tc>
                  <a:txBody>
                    <a:bodyPr wrap="square"/>
                    <a:lstStyle/>
                    <a:p>
                      <a:pPr algn="r"/>
                      <a:r>
                        <a:rPr sz="1050" b="0" i="0">
                          <a:solidFill>
                            <a:srgbClr val="000000"/>
                          </a:solidFill>
                          <a:latin typeface="Arial"/>
                        </a:rPr>
                        <a:t>5.8 ms</a:t>
                      </a:r>
                    </a:p>
                  </a:txBody>
                  <a:tcPr marL="64008" marR="64008" marT="27432" marB="27432" anchor="ctr">
                    <a:solidFill>
                      <a:srgbClr val="FFFFFF"/>
                    </a:solidFill>
                  </a:tcPr>
                </a:tc>
                <a:tc>
                  <a:txBody>
                    <a:bodyPr wrap="square"/>
                    <a:lstStyle/>
                    <a:p>
                      <a:pPr algn="r"/>
                      <a:r>
                        <a:rPr sz="1050" b="0" i="0">
                          <a:solidFill>
                            <a:srgbClr val="000000"/>
                          </a:solidFill>
                          <a:latin typeface="Arial"/>
                        </a:rPr>
                        <a:t>441 KB</a:t>
                      </a:r>
                    </a:p>
                  </a:txBody>
                  <a:tcPr marL="64008" marR="64008" marT="27432" marB="27432" anchor="ctr">
                    <a:solidFill>
                      <a:srgbClr val="FFFFFF"/>
                    </a:solidFill>
                  </a:tcPr>
                </a:tc>
              </a:tr>
              <a:tr h="347472">
                <a:tc>
                  <a:txBody>
                    <a:bodyPr wrap="square"/>
                    <a:lstStyle/>
                    <a:p>
                      <a:pPr algn="l"/>
                      <a:r>
                        <a:rPr sz="1050" b="1" i="0">
                          <a:solidFill>
                            <a:srgbClr val="000000"/>
                          </a:solidFill>
                          <a:latin typeface="Arial"/>
                        </a:rPr>
                        <a:t>RA8P1 Person Detect</a:t>
                      </a:r>
                    </a:p>
                  </a:txBody>
                  <a:tcPr marL="64008" marR="64008" marT="27432" marB="27432" anchor="ctr">
                    <a:solidFill>
                      <a:srgbClr val="F2F2F2"/>
                    </a:solidFill>
                  </a:tcPr>
                </a:tc>
                <a:tc>
                  <a:txBody>
                    <a:bodyPr wrap="square"/>
                    <a:lstStyle/>
                    <a:p>
                      <a:pPr algn="l"/>
                      <a:r>
                        <a:rPr sz="1050" b="0" i="0">
                          <a:solidFill>
                            <a:srgbClr val="000000"/>
                          </a:solidFill>
                          <a:latin typeface="Arial"/>
                        </a:rPr>
                        <a:t>Occupancy sensor: person present or absent</a:t>
                      </a:r>
                    </a:p>
                  </a:txBody>
                  <a:tcPr marL="64008" marR="64008" marT="27432" marB="27432" anchor="ctr">
                    <a:solidFill>
                      <a:srgbClr val="F2F2F2"/>
                    </a:solidFill>
                  </a:tcPr>
                </a:tc>
                <a:tc>
                  <a:txBody>
                    <a:bodyPr wrap="square"/>
                    <a:lstStyle/>
                    <a:p>
                      <a:pPr algn="l"/>
                      <a:r>
                        <a:rPr sz="1050" b="0" i="0">
                          <a:solidFill>
                            <a:srgbClr val="000000"/>
                          </a:solidFill>
                          <a:latin typeface="Arial"/>
                        </a:rPr>
                        <a:t>96×96 gray</a:t>
                      </a:r>
                    </a:p>
                  </a:txBody>
                  <a:tcPr marL="64008" marR="64008" marT="27432" marB="27432" anchor="ctr">
                    <a:solidFill>
                      <a:srgbClr val="F2F2F2"/>
                    </a:solidFill>
                  </a:tcPr>
                </a:tc>
                <a:tc>
                  <a:txBody>
                    <a:bodyPr wrap="square"/>
                    <a:lstStyle/>
                    <a:p>
                      <a:pPr algn="r"/>
                      <a:r>
                        <a:rPr sz="1050" b="0" i="0">
                          <a:solidFill>
                            <a:srgbClr val="000000"/>
                          </a:solidFill>
                          <a:latin typeface="Arial"/>
                        </a:rPr>
                        <a:t>1.5 ms</a:t>
                      </a:r>
                    </a:p>
                  </a:txBody>
                  <a:tcPr marL="64008" marR="64008" marT="27432" marB="27432" anchor="ctr">
                    <a:solidFill>
                      <a:srgbClr val="F2F2F2"/>
                    </a:solidFill>
                  </a:tcPr>
                </a:tc>
                <a:tc>
                  <a:txBody>
                    <a:bodyPr wrap="square"/>
                    <a:lstStyle/>
                    <a:p>
                      <a:pPr algn="r"/>
                      <a:r>
                        <a:rPr sz="1050" b="0" i="0">
                          <a:solidFill>
                            <a:srgbClr val="000000"/>
                          </a:solidFill>
                          <a:latin typeface="Arial"/>
                        </a:rPr>
                        <a:t>240 KB</a:t>
                      </a:r>
                    </a:p>
                  </a:txBody>
                  <a:tcPr marL="64008" marR="64008" marT="27432" marB="27432" anchor="ctr">
                    <a:solidFill>
                      <a:srgbClr val="F2F2F2"/>
                    </a:solidFill>
                  </a:tcPr>
                </a:tc>
              </a:tr>
              <a:tr h="347472">
                <a:tc>
                  <a:txBody>
                    <a:bodyPr wrap="square"/>
                    <a:lstStyle/>
                    <a:p>
                      <a:pPr algn="l"/>
                      <a:r>
                        <a:rPr sz="1050" b="1" i="0">
                          <a:solidFill>
                            <a:srgbClr val="000000"/>
                          </a:solidFill>
                          <a:latin typeface="Arial"/>
                        </a:rPr>
                        <a:t>RA8P1 ImageNet Classifier 0.25</a:t>
                      </a:r>
                    </a:p>
                  </a:txBody>
                  <a:tcPr marL="64008" marR="64008" marT="27432" marB="27432" anchor="ctr">
                    <a:solidFill>
                      <a:srgbClr val="FFFFFF"/>
                    </a:solidFill>
                  </a:tcPr>
                </a:tc>
                <a:tc>
                  <a:txBody>
                    <a:bodyPr wrap="square"/>
                    <a:lstStyle/>
                    <a:p>
                      <a:pPr algn="l"/>
                      <a:r>
                        <a:rPr sz="1050" b="0" i="0">
                          <a:solidFill>
                            <a:srgbClr val="000000"/>
                          </a:solidFill>
                          <a:latin typeface="Arial"/>
                        </a:rPr>
                        <a:t>1000-class classifier, speed tier</a:t>
                      </a:r>
                    </a:p>
                  </a:txBody>
                  <a:tcPr marL="64008" marR="64008" marT="27432" marB="27432" anchor="ctr">
                    <a:solidFill>
                      <a:srgbClr val="FFFFFF"/>
                    </a:solidFill>
                  </a:tcPr>
                </a:tc>
                <a:tc>
                  <a:txBody>
                    <a:bodyPr wrap="square"/>
                    <a:lstStyle/>
                    <a:p>
                      <a:pPr algn="l"/>
                      <a:r>
                        <a:rPr sz="1050" b="0" i="0">
                          <a:solidFill>
                            <a:srgbClr val="000000"/>
                          </a:solidFill>
                          <a:latin typeface="Arial"/>
                        </a:rPr>
                        <a:t>224×224 RGB</a:t>
                      </a:r>
                    </a:p>
                  </a:txBody>
                  <a:tcPr marL="64008" marR="64008" marT="27432" marB="27432" anchor="ctr">
                    <a:solidFill>
                      <a:srgbClr val="FFFFFF"/>
                    </a:solidFill>
                  </a:tcPr>
                </a:tc>
                <a:tc>
                  <a:txBody>
                    <a:bodyPr wrap="square"/>
                    <a:lstStyle/>
                    <a:p>
                      <a:pPr algn="r"/>
                      <a:r>
                        <a:rPr sz="1050" b="0" i="0">
                          <a:solidFill>
                            <a:srgbClr val="000000"/>
                          </a:solidFill>
                          <a:latin typeface="Arial"/>
                        </a:rPr>
                        <a:t>4.5 ms</a:t>
                      </a:r>
                    </a:p>
                  </a:txBody>
                  <a:tcPr marL="64008" marR="64008" marT="27432" marB="27432" anchor="ctr">
                    <a:solidFill>
                      <a:srgbClr val="FFFFFF"/>
                    </a:solidFill>
                  </a:tcPr>
                </a:tc>
                <a:tc>
                  <a:txBody>
                    <a:bodyPr wrap="square"/>
                    <a:lstStyle/>
                    <a:p>
                      <a:pPr algn="r"/>
                      <a:r>
                        <a:rPr sz="1050" b="0" i="0">
                          <a:solidFill>
                            <a:srgbClr val="000000"/>
                          </a:solidFill>
                          <a:latin typeface="Arial"/>
                        </a:rPr>
                        <a:t>432 KB</a:t>
                      </a:r>
                    </a:p>
                  </a:txBody>
                  <a:tcPr marL="64008" marR="64008" marT="27432" marB="27432" anchor="ctr">
                    <a:solidFill>
                      <a:srgbClr val="FFFFFF"/>
                    </a:solidFill>
                  </a:tcPr>
                </a:tc>
              </a:tr>
              <a:tr h="347472">
                <a:tc>
                  <a:txBody>
                    <a:bodyPr wrap="square"/>
                    <a:lstStyle/>
                    <a:p>
                      <a:pPr algn="l"/>
                      <a:r>
                        <a:rPr sz="1050" b="1" i="0">
                          <a:solidFill>
                            <a:srgbClr val="000000"/>
                          </a:solidFill>
                          <a:latin typeface="Arial"/>
                        </a:rPr>
                        <a:t>RA8P1 ImageNet Classifier 0.5</a:t>
                      </a:r>
                    </a:p>
                  </a:txBody>
                  <a:tcPr marL="64008" marR="64008" marT="27432" marB="27432" anchor="ctr">
                    <a:solidFill>
                      <a:srgbClr val="F2F2F2"/>
                    </a:solidFill>
                  </a:tcPr>
                </a:tc>
                <a:tc>
                  <a:txBody>
                    <a:bodyPr wrap="square"/>
                    <a:lstStyle/>
                    <a:p>
                      <a:pPr algn="l"/>
                      <a:r>
                        <a:rPr sz="1050" b="0" i="0">
                          <a:solidFill>
                            <a:srgbClr val="000000"/>
                          </a:solidFill>
                          <a:latin typeface="Arial"/>
                        </a:rPr>
                        <a:t>1000-class classifier, mid tier</a:t>
                      </a:r>
                    </a:p>
                  </a:txBody>
                  <a:tcPr marL="64008" marR="64008" marT="27432" marB="27432" anchor="ctr">
                    <a:solidFill>
                      <a:srgbClr val="F2F2F2"/>
                    </a:solidFill>
                  </a:tcPr>
                </a:tc>
                <a:tc>
                  <a:txBody>
                    <a:bodyPr wrap="square"/>
                    <a:lstStyle/>
                    <a:p>
                      <a:pPr algn="l"/>
                      <a:r>
                        <a:rPr sz="1050" b="0" i="0">
                          <a:solidFill>
                            <a:srgbClr val="000000"/>
                          </a:solidFill>
                          <a:latin typeface="Arial"/>
                        </a:rPr>
                        <a:t>224×224 RGB</a:t>
                      </a:r>
                    </a:p>
                  </a:txBody>
                  <a:tcPr marL="64008" marR="64008" marT="27432" marB="27432" anchor="ctr">
                    <a:solidFill>
                      <a:srgbClr val="F2F2F2"/>
                    </a:solidFill>
                  </a:tcPr>
                </a:tc>
                <a:tc>
                  <a:txBody>
                    <a:bodyPr wrap="square"/>
                    <a:lstStyle/>
                    <a:p>
                      <a:pPr algn="r"/>
                      <a:r>
                        <a:rPr sz="1050" b="0" i="0">
                          <a:solidFill>
                            <a:srgbClr val="000000"/>
                          </a:solidFill>
                          <a:latin typeface="Arial"/>
                        </a:rPr>
                        <a:t>9 ms</a:t>
                      </a:r>
                    </a:p>
                  </a:txBody>
                  <a:tcPr marL="64008" marR="64008" marT="27432" marB="27432" anchor="ctr">
                    <a:solidFill>
                      <a:srgbClr val="F2F2F2"/>
                    </a:solidFill>
                  </a:tcPr>
                </a:tc>
                <a:tc>
                  <a:txBody>
                    <a:bodyPr wrap="square"/>
                    <a:lstStyle/>
                    <a:p>
                      <a:pPr algn="r"/>
                      <a:r>
                        <a:rPr sz="1050" b="0" i="0">
                          <a:solidFill>
                            <a:srgbClr val="000000"/>
                          </a:solidFill>
                          <a:latin typeface="Arial"/>
                        </a:rPr>
                        <a:t>1.1 MB</a:t>
                      </a:r>
                    </a:p>
                  </a:txBody>
                  <a:tcPr marL="64008" marR="64008" marT="27432" marB="27432" anchor="ctr">
                    <a:solidFill>
                      <a:srgbClr val="F2F2F2"/>
                    </a:solidFill>
                  </a:tcPr>
                </a:tc>
              </a:tr>
              <a:tr h="347472">
                <a:tc>
                  <a:txBody>
                    <a:bodyPr wrap="square"/>
                    <a:lstStyle/>
                    <a:p>
                      <a:pPr algn="l"/>
                      <a:r>
                        <a:rPr sz="1050" b="1" i="0">
                          <a:solidFill>
                            <a:srgbClr val="000000"/>
                          </a:solidFill>
                          <a:latin typeface="Arial"/>
                        </a:rPr>
                        <a:t>RA8P1 ImageNet Classifier v2</a:t>
                      </a:r>
                    </a:p>
                  </a:txBody>
                  <a:tcPr marL="64008" marR="64008" marT="27432" marB="27432" anchor="ctr">
                    <a:solidFill>
                      <a:srgbClr val="FFFFFF"/>
                    </a:solidFill>
                  </a:tcPr>
                </a:tc>
                <a:tc>
                  <a:txBody>
                    <a:bodyPr wrap="square"/>
                    <a:lstStyle/>
                    <a:p>
                      <a:pPr algn="l"/>
                      <a:r>
                        <a:rPr sz="1050" b="0" i="0">
                          <a:solidFill>
                            <a:srgbClr val="000000"/>
                          </a:solidFill>
                          <a:latin typeface="Arial"/>
                        </a:rPr>
                        <a:t>1000-class classifier, accuracy tier</a:t>
                      </a:r>
                    </a:p>
                  </a:txBody>
                  <a:tcPr marL="64008" marR="64008" marT="27432" marB="27432" anchor="ctr">
                    <a:solidFill>
                      <a:srgbClr val="FFFFFF"/>
                    </a:solidFill>
                  </a:tcPr>
                </a:tc>
                <a:tc>
                  <a:txBody>
                    <a:bodyPr wrap="square"/>
                    <a:lstStyle/>
                    <a:p>
                      <a:pPr algn="l"/>
                      <a:r>
                        <a:rPr sz="1050" b="0" i="0">
                          <a:solidFill>
                            <a:srgbClr val="000000"/>
                          </a:solidFill>
                          <a:latin typeface="Arial"/>
                        </a:rPr>
                        <a:t>224×224 RGB</a:t>
                      </a:r>
                    </a:p>
                  </a:txBody>
                  <a:tcPr marL="64008" marR="64008" marT="27432" marB="27432" anchor="ctr">
                    <a:solidFill>
                      <a:srgbClr val="FFFFFF"/>
                    </a:solidFill>
                  </a:tcPr>
                </a:tc>
                <a:tc>
                  <a:txBody>
                    <a:bodyPr wrap="square"/>
                    <a:lstStyle/>
                    <a:p>
                      <a:pPr algn="r"/>
                      <a:r>
                        <a:rPr sz="1050" b="0" i="0">
                          <a:solidFill>
                            <a:srgbClr val="000000"/>
                          </a:solidFill>
                          <a:latin typeface="Arial"/>
                        </a:rPr>
                        <a:t>40 ms</a:t>
                      </a:r>
                    </a:p>
                  </a:txBody>
                  <a:tcPr marL="64008" marR="64008" marT="27432" marB="27432" anchor="ctr">
                    <a:solidFill>
                      <a:srgbClr val="FFFFFF"/>
                    </a:solidFill>
                  </a:tcPr>
                </a:tc>
                <a:tc>
                  <a:txBody>
                    <a:bodyPr wrap="square"/>
                    <a:lstStyle/>
                    <a:p>
                      <a:pPr algn="r"/>
                      <a:r>
                        <a:rPr sz="1050" b="0" i="0">
                          <a:solidFill>
                            <a:srgbClr val="000000"/>
                          </a:solidFill>
                          <a:latin typeface="Arial"/>
                        </a:rPr>
                        <a:t>3.1 MB</a:t>
                      </a:r>
                    </a:p>
                  </a:txBody>
                  <a:tcPr marL="64008" marR="64008" marT="27432" marB="27432" anchor="ctr">
                    <a:solidFill>
                      <a:srgbClr val="FFFFFF"/>
                    </a:solidFill>
                  </a:tcPr>
                </a:tc>
              </a:tr>
            </a:tbl>
          </a:graphicData>
        </a:graphic>
      </p:graphicFrame>
      <p:sp>
        <p:nvSpPr>
          <p:cNvPr id="9002" name="Rectangle 9001"/>
          <p:cNvSpPr/>
          <p:nvPr/>
        </p:nvSpPr>
        <p:spPr>
          <a:xfrm>
            <a:off x="457200" y="3291840"/>
            <a:ext cx="402336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3" name="TextBox 9002"/>
          <p:cNvSpPr txBox="1"/>
          <p:nvPr/>
        </p:nvSpPr>
        <p:spPr>
          <a:xfrm>
            <a:off x="594360" y="3291840"/>
            <a:ext cx="3749039" cy="868680"/>
          </a:xfrm>
          <a:prstGeom prst="rect">
            <a:avLst/>
          </a:prstGeom>
          <a:noFill/>
        </p:spPr>
        <p:txBody>
          <a:bodyPr wrap="square" anchor="ctr" lIns="0" rIns="0" tIns="0" bIns="0">
            <a:spAutoFit/>
          </a:bodyPr>
          <a:lstStyle/>
          <a:p>
            <a:pPr algn="l">
              <a:lnSpc>
                <a:spcPct val="112000"/>
              </a:lnSpc>
              <a:spcAft>
                <a:spcPts val="0"/>
              </a:spcAft>
            </a:pPr>
            <a:r>
              <a:rPr sz="1050" b="0" i="0">
                <a:solidFill>
                  <a:srgbClr val="000000"/>
                </a:solidFill>
                <a:latin typeface="Arial"/>
              </a:rPr>
              <a:t>The camera delivers a frame every 18 ms. Every model here is faster than that: the NPU is never the bottleneck, even at 40 ms with frame skipping.</a:t>
            </a:r>
          </a:p>
        </p:txBody>
      </p:sp>
      <p:sp>
        <p:nvSpPr>
          <p:cNvPr id="9004" name="Rectangle 9003"/>
          <p:cNvSpPr/>
          <p:nvPr/>
        </p:nvSpPr>
        <p:spPr>
          <a:xfrm>
            <a:off x="4663440" y="3291840"/>
            <a:ext cx="402336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4800600" y="3291840"/>
            <a:ext cx="3749039" cy="868680"/>
          </a:xfrm>
          <a:prstGeom prst="rect">
            <a:avLst/>
          </a:prstGeom>
          <a:noFill/>
        </p:spPr>
        <p:txBody>
          <a:bodyPr wrap="square" anchor="ctr" lIns="0" rIns="0" tIns="0" bIns="0">
            <a:spAutoFit/>
          </a:bodyPr>
          <a:lstStyle/>
          <a:p>
            <a:pPr algn="l">
              <a:lnSpc>
                <a:spcPct val="112000"/>
              </a:lnSpc>
              <a:spcAft>
                <a:spcPts val="0"/>
              </a:spcAft>
            </a:pPr>
            <a:r>
              <a:rPr sz="1050" b="0" i="0">
                <a:solidFill>
                  <a:srgbClr val="000000"/>
                </a:solidFill>
                <a:latin typeface="Arial"/>
              </a:rPr>
              <a:t>Classifier v2 is roughly seven times the face detector's size and workload. That is the one to push while you watch the inference chart.</a:t>
            </a:r>
          </a:p>
        </p:txBody>
      </p:sp>
      <p:sp>
        <p:nvSpPr>
          <p:cNvPr id="9006" name="TextBox 9005"/>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Lab 5: Re-task the device from the cloud (30 min)</a:t>
            </a:r>
          </a:p>
        </p:txBody>
      </p:sp>
      <p:sp>
        <p:nvSpPr>
          <p:cNvPr id="9000" name="Slide Number Placeholder"/>
          <p:cNvSpPr>
            <a:spLocks noGrp="1"/>
          </p:cNvSpPr>
          <p:nvPr>
            <p:ph type="sldNum" sz="quarter" idx="4"/>
          </p:nvPr>
        </p:nvSpPr>
        <p:spPr/>
        <p:txBody>
          <a:bodyPr/>
          <a:lstStyle/>
          <a:p>
            <a:fld id="{BB28076A-DE22-4DDE-B523-2827E86D6D53}" type="slidenum">
              <a:rPr lang="en-US"/>
              <a:t>1</a:t>
            </a:fld>
          </a:p>
        </p:txBody>
      </p:sp>
      <p:sp>
        <p:nvSpPr>
          <p:cNvPr id="9001" name="Rectangle 9000"/>
          <p:cNvSpPr/>
          <p:nvPr/>
        </p:nvSpPr>
        <p:spPr>
          <a:xfrm>
            <a:off x="457200" y="1005840"/>
            <a:ext cx="5212080" cy="530352"/>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66928" y="1005840"/>
            <a:ext cx="457200" cy="530352"/>
          </a:xfrm>
          <a:prstGeom prst="rect">
            <a:avLst/>
          </a:prstGeom>
          <a:noFill/>
        </p:spPr>
        <p:txBody>
          <a:bodyPr wrap="square" anchor="ctr" lIns="0" rIns="0" tIns="0" bIns="0">
            <a:spAutoFit/>
          </a:bodyPr>
          <a:lstStyle/>
          <a:p>
            <a:pPr algn="l">
              <a:lnSpc>
                <a:spcPct val="110000"/>
              </a:lnSpc>
              <a:spcAft>
                <a:spcPts val="0"/>
              </a:spcAft>
            </a:pPr>
            <a:r>
              <a:rPr sz="1400" b="1" i="0">
                <a:solidFill>
                  <a:srgbClr val="41C363"/>
                </a:solidFill>
                <a:latin typeface="Arial"/>
              </a:rPr>
              <a:t>5a</a:t>
            </a:r>
          </a:p>
        </p:txBody>
      </p:sp>
      <p:sp>
        <p:nvSpPr>
          <p:cNvPr id="9003" name="TextBox 9002"/>
          <p:cNvSpPr txBox="1"/>
          <p:nvPr/>
        </p:nvSpPr>
        <p:spPr>
          <a:xfrm>
            <a:off x="1024128" y="1005840"/>
            <a:ext cx="4553712" cy="530352"/>
          </a:xfrm>
          <a:prstGeom prst="rect">
            <a:avLst/>
          </a:prstGeom>
          <a:noFill/>
        </p:spPr>
        <p:txBody>
          <a:bodyPr wrap="square" anchor="ctr" lIns="0" rIns="0" tIns="0" bIns="0">
            <a:spAutoFit/>
          </a:bodyPr>
          <a:lstStyle/>
          <a:p>
            <a:pPr algn="l">
              <a:lnSpc>
                <a:spcPct val="108000"/>
              </a:lnSpc>
              <a:spcAft>
                <a:spcPts val="0"/>
              </a:spcAft>
            </a:pPr>
            <a:r>
              <a:rPr sz="1000" b="1" i="0">
                <a:solidFill>
                  <a:srgbClr val="000000"/>
                </a:solidFill>
                <a:latin typeface="Arial"/>
              </a:rPr>
              <a:t>Deploy ImageNet Classifier v2 (3.1 MB). </a:t>
            </a:r>
            <a:r>
              <a:rPr sz="1000" b="0" i="0">
                <a:solidFill>
                  <a:srgbClr val="000000"/>
                </a:solidFill>
                <a:latin typeface="Arial"/>
              </a:rPr>
              <a:t>Hold up a mug, a banana, a bottle. Watch the inference chart step to about 40 ms and Uptime keep counting.</a:t>
            </a:r>
          </a:p>
        </p:txBody>
      </p:sp>
      <p:sp>
        <p:nvSpPr>
          <p:cNvPr id="9004" name="Rectangle 9003"/>
          <p:cNvSpPr/>
          <p:nvPr/>
        </p:nvSpPr>
        <p:spPr>
          <a:xfrm>
            <a:off x="457200" y="1609344"/>
            <a:ext cx="5212080" cy="530352"/>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566928" y="1609344"/>
            <a:ext cx="457200" cy="530352"/>
          </a:xfrm>
          <a:prstGeom prst="rect">
            <a:avLst/>
          </a:prstGeom>
          <a:noFill/>
        </p:spPr>
        <p:txBody>
          <a:bodyPr wrap="square" anchor="ctr" lIns="0" rIns="0" tIns="0" bIns="0">
            <a:spAutoFit/>
          </a:bodyPr>
          <a:lstStyle/>
          <a:p>
            <a:pPr algn="l">
              <a:lnSpc>
                <a:spcPct val="110000"/>
              </a:lnSpc>
              <a:spcAft>
                <a:spcPts val="0"/>
              </a:spcAft>
            </a:pPr>
            <a:r>
              <a:rPr sz="1400" b="1" i="0">
                <a:solidFill>
                  <a:srgbClr val="41C363"/>
                </a:solidFill>
                <a:latin typeface="Arial"/>
              </a:rPr>
              <a:t>5b</a:t>
            </a:r>
          </a:p>
        </p:txBody>
      </p:sp>
      <p:sp>
        <p:nvSpPr>
          <p:cNvPr id="9006" name="TextBox 9005"/>
          <p:cNvSpPr txBox="1"/>
          <p:nvPr/>
        </p:nvSpPr>
        <p:spPr>
          <a:xfrm>
            <a:off x="1024128" y="1609344"/>
            <a:ext cx="4553712" cy="530352"/>
          </a:xfrm>
          <a:prstGeom prst="rect">
            <a:avLst/>
          </a:prstGeom>
          <a:noFill/>
        </p:spPr>
        <p:txBody>
          <a:bodyPr wrap="square" anchor="ctr" lIns="0" rIns="0" tIns="0" bIns="0">
            <a:spAutoFit/>
          </a:bodyPr>
          <a:lstStyle/>
          <a:p>
            <a:pPr algn="l">
              <a:lnSpc>
                <a:spcPct val="108000"/>
              </a:lnSpc>
              <a:spcAft>
                <a:spcPts val="0"/>
              </a:spcAft>
            </a:pPr>
            <a:r>
              <a:rPr sz="1000" b="1" i="0">
                <a:solidFill>
                  <a:srgbClr val="000000"/>
                </a:solidFill>
                <a:latin typeface="Arial"/>
              </a:rPr>
              <a:t>Deploy Person Detect. </a:t>
            </a:r>
            <a:r>
              <a:rPr sz="1000" b="0" i="0">
                <a:solidFill>
                  <a:srgbClr val="000000"/>
                </a:solidFill>
                <a:latin typeface="Arial"/>
              </a:rPr>
              <a:t>Walk out of frame and back. PERSON PRESENT, NO PERSON, inference about 1.5 ms.</a:t>
            </a:r>
          </a:p>
        </p:txBody>
      </p:sp>
      <p:sp>
        <p:nvSpPr>
          <p:cNvPr id="9007" name="Rectangle 9006"/>
          <p:cNvSpPr/>
          <p:nvPr/>
        </p:nvSpPr>
        <p:spPr>
          <a:xfrm>
            <a:off x="457200" y="2212848"/>
            <a:ext cx="5212080" cy="530352"/>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8" name="TextBox 9007"/>
          <p:cNvSpPr txBox="1"/>
          <p:nvPr/>
        </p:nvSpPr>
        <p:spPr>
          <a:xfrm>
            <a:off x="566928" y="2212848"/>
            <a:ext cx="457200" cy="530352"/>
          </a:xfrm>
          <a:prstGeom prst="rect">
            <a:avLst/>
          </a:prstGeom>
          <a:noFill/>
        </p:spPr>
        <p:txBody>
          <a:bodyPr wrap="square" anchor="ctr" lIns="0" rIns="0" tIns="0" bIns="0">
            <a:spAutoFit/>
          </a:bodyPr>
          <a:lstStyle/>
          <a:p>
            <a:pPr algn="l">
              <a:lnSpc>
                <a:spcPct val="110000"/>
              </a:lnSpc>
              <a:spcAft>
                <a:spcPts val="0"/>
              </a:spcAft>
            </a:pPr>
            <a:r>
              <a:rPr sz="1400" b="1" i="0">
                <a:solidFill>
                  <a:srgbClr val="41C363"/>
                </a:solidFill>
                <a:latin typeface="Arial"/>
              </a:rPr>
              <a:t>5c</a:t>
            </a:r>
          </a:p>
        </p:txBody>
      </p:sp>
      <p:sp>
        <p:nvSpPr>
          <p:cNvPr id="9009" name="TextBox 9008"/>
          <p:cNvSpPr txBox="1"/>
          <p:nvPr/>
        </p:nvSpPr>
        <p:spPr>
          <a:xfrm>
            <a:off x="1024128" y="2212848"/>
            <a:ext cx="4553712" cy="530352"/>
          </a:xfrm>
          <a:prstGeom prst="rect">
            <a:avLst/>
          </a:prstGeom>
          <a:noFill/>
        </p:spPr>
        <p:txBody>
          <a:bodyPr wrap="square" anchor="ctr" lIns="0" rIns="0" tIns="0" bIns="0">
            <a:spAutoFit/>
          </a:bodyPr>
          <a:lstStyle/>
          <a:p>
            <a:pPr algn="l">
              <a:lnSpc>
                <a:spcPct val="108000"/>
              </a:lnSpc>
              <a:spcAft>
                <a:spcPts val="0"/>
              </a:spcAft>
            </a:pPr>
            <a:r>
              <a:rPr sz="1000" b="1" i="0">
                <a:solidFill>
                  <a:srgbClr val="000000"/>
                </a:solidFill>
                <a:latin typeface="Arial"/>
              </a:rPr>
              <a:t>Send Model Info from the dashboard. </a:t>
            </a:r>
            <a:r>
              <a:rPr sz="1000" b="0" i="0">
                <a:solidFill>
                  <a:srgbClr val="000000"/>
                </a:solidFill>
                <a:latin typeface="Arial"/>
              </a:rPr>
              <a:t>The acknowledgment names the model, version, source and size.</a:t>
            </a:r>
          </a:p>
        </p:txBody>
      </p:sp>
      <p:sp>
        <p:nvSpPr>
          <p:cNvPr id="9010" name="Rectangle 9009"/>
          <p:cNvSpPr/>
          <p:nvPr/>
        </p:nvSpPr>
        <p:spPr>
          <a:xfrm>
            <a:off x="457200" y="2816352"/>
            <a:ext cx="5212080" cy="5303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1" name="TextBox 9010"/>
          <p:cNvSpPr txBox="1"/>
          <p:nvPr/>
        </p:nvSpPr>
        <p:spPr>
          <a:xfrm>
            <a:off x="566928" y="2816352"/>
            <a:ext cx="457200" cy="530352"/>
          </a:xfrm>
          <a:prstGeom prst="rect">
            <a:avLst/>
          </a:prstGeom>
          <a:noFill/>
        </p:spPr>
        <p:txBody>
          <a:bodyPr wrap="square" anchor="ctr" lIns="0" rIns="0" tIns="0" bIns="0">
            <a:spAutoFit/>
          </a:bodyPr>
          <a:lstStyle/>
          <a:p>
            <a:pPr algn="l">
              <a:lnSpc>
                <a:spcPct val="110000"/>
              </a:lnSpc>
              <a:spcAft>
                <a:spcPts val="0"/>
              </a:spcAft>
            </a:pPr>
            <a:r>
              <a:rPr sz="1400" b="1" i="0">
                <a:solidFill>
                  <a:srgbClr val="41C363"/>
                </a:solidFill>
                <a:latin typeface="Arial"/>
              </a:rPr>
              <a:t>5d</a:t>
            </a:r>
          </a:p>
        </p:txBody>
      </p:sp>
      <p:sp>
        <p:nvSpPr>
          <p:cNvPr id="9012" name="TextBox 9011"/>
          <p:cNvSpPr txBox="1"/>
          <p:nvPr/>
        </p:nvSpPr>
        <p:spPr>
          <a:xfrm>
            <a:off x="1024128" y="2816352"/>
            <a:ext cx="4553712" cy="530352"/>
          </a:xfrm>
          <a:prstGeom prst="rect">
            <a:avLst/>
          </a:prstGeom>
          <a:noFill/>
        </p:spPr>
        <p:txBody>
          <a:bodyPr wrap="square" anchor="ctr" lIns="0" rIns="0" tIns="0" bIns="0">
            <a:spAutoFit/>
          </a:bodyPr>
          <a:lstStyle/>
          <a:p>
            <a:pPr algn="l">
              <a:lnSpc>
                <a:spcPct val="108000"/>
              </a:lnSpc>
              <a:spcAft>
                <a:spcPts val="0"/>
              </a:spcAft>
            </a:pPr>
            <a:r>
              <a:rPr sz="1000" b="1" i="0">
                <a:solidFill>
                  <a:srgbClr val="FFFFFF"/>
                </a:solidFill>
                <a:latin typeface="Arial"/>
              </a:rPr>
              <a:t>Unplug USB, count to three, plug it back in. </a:t>
            </a:r>
            <a:r>
              <a:rPr sz="1000" b="0" i="0">
                <a:solidFill>
                  <a:srgbClr val="FFFFFF"/>
                </a:solidFill>
                <a:latin typeface="Arial"/>
              </a:rPr>
              <a:t>No reprovisioning. The boot log says the model loaded from flash and the board reconnects.</a:t>
            </a:r>
          </a:p>
        </p:txBody>
      </p:sp>
      <p:sp>
        <p:nvSpPr>
          <p:cNvPr id="9013" name="Rectangle 9012"/>
          <p:cNvSpPr/>
          <p:nvPr/>
        </p:nvSpPr>
        <p:spPr>
          <a:xfrm>
            <a:off x="457200" y="3419856"/>
            <a:ext cx="5212080" cy="530352"/>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4" name="TextBox 9013"/>
          <p:cNvSpPr txBox="1"/>
          <p:nvPr/>
        </p:nvSpPr>
        <p:spPr>
          <a:xfrm>
            <a:off x="566928" y="3419856"/>
            <a:ext cx="457200" cy="530352"/>
          </a:xfrm>
          <a:prstGeom prst="rect">
            <a:avLst/>
          </a:prstGeom>
          <a:noFill/>
        </p:spPr>
        <p:txBody>
          <a:bodyPr wrap="square" anchor="ctr" lIns="0" rIns="0" tIns="0" bIns="0">
            <a:spAutoFit/>
          </a:bodyPr>
          <a:lstStyle/>
          <a:p>
            <a:pPr algn="l">
              <a:lnSpc>
                <a:spcPct val="110000"/>
              </a:lnSpc>
              <a:spcAft>
                <a:spcPts val="0"/>
              </a:spcAft>
            </a:pPr>
            <a:r>
              <a:rPr sz="1400" b="1" i="0">
                <a:solidFill>
                  <a:srgbClr val="41C363"/>
                </a:solidFill>
                <a:latin typeface="Arial"/>
              </a:rPr>
              <a:t>5e</a:t>
            </a:r>
          </a:p>
        </p:txBody>
      </p:sp>
      <p:sp>
        <p:nvSpPr>
          <p:cNvPr id="9015" name="TextBox 9014"/>
          <p:cNvSpPr txBox="1"/>
          <p:nvPr/>
        </p:nvSpPr>
        <p:spPr>
          <a:xfrm>
            <a:off x="1024128" y="3419856"/>
            <a:ext cx="4553712" cy="530352"/>
          </a:xfrm>
          <a:prstGeom prst="rect">
            <a:avLst/>
          </a:prstGeom>
          <a:noFill/>
        </p:spPr>
        <p:txBody>
          <a:bodyPr wrap="square" anchor="ctr" lIns="0" rIns="0" tIns="0" bIns="0">
            <a:spAutoFit/>
          </a:bodyPr>
          <a:lstStyle/>
          <a:p>
            <a:pPr algn="l">
              <a:lnSpc>
                <a:spcPct val="108000"/>
              </a:lnSpc>
              <a:spcAft>
                <a:spcPts val="0"/>
              </a:spcAft>
            </a:pPr>
            <a:r>
              <a:rPr sz="1000" b="1" i="0">
                <a:solidFill>
                  <a:srgbClr val="000000"/>
                </a:solidFill>
                <a:latin typeface="Arial"/>
              </a:rPr>
              <a:t>Deploy Face Detect again. </a:t>
            </a:r>
            <a:r>
              <a:rPr sz="1000" b="0" i="0">
                <a:solidFill>
                  <a:srgbClr val="000000"/>
                </a:solidFill>
                <a:latin typeface="Arial"/>
              </a:rPr>
              <a:t>The boxes come back. Time left? Push the 0.25 and 0.5 classifiers and compare the chart.</a:t>
            </a:r>
          </a:p>
        </p:txBody>
      </p:sp>
      <p:sp>
        <p:nvSpPr>
          <p:cNvPr id="9016" name="TextBox 9015"/>
          <p:cNvSpPr txBox="1"/>
          <p:nvPr/>
        </p:nvSpPr>
        <p:spPr>
          <a:xfrm>
            <a:off x="5943600" y="960120"/>
            <a:ext cx="2743200" cy="228600"/>
          </a:xfrm>
          <a:prstGeom prst="rect">
            <a:avLst/>
          </a:prstGeom>
          <a:noFill/>
        </p:spPr>
        <p:txBody>
          <a:bodyPr wrap="square" anchor="t" lIns="0" rIns="0" tIns="0" bIns="0">
            <a:spAutoFit/>
          </a:bodyPr>
          <a:lstStyle/>
          <a:p>
            <a:pPr algn="l">
              <a:lnSpc>
                <a:spcPct val="110000"/>
              </a:lnSpc>
              <a:spcAft>
                <a:spcPts val="0"/>
              </a:spcAft>
            </a:pPr>
            <a:r>
              <a:rPr sz="1000" b="1" i="0">
                <a:solidFill>
                  <a:srgbClr val="41C363"/>
                </a:solidFill>
                <a:latin typeface="Arial"/>
              </a:rPr>
              <a:t>WATCH</a:t>
            </a:r>
          </a:p>
        </p:txBody>
      </p:sp>
      <p:sp>
        <p:nvSpPr>
          <p:cNvPr id="9017" name="Rectangle 9016"/>
          <p:cNvSpPr/>
          <p:nvPr/>
        </p:nvSpPr>
        <p:spPr>
          <a:xfrm>
            <a:off x="5943600" y="1207008"/>
            <a:ext cx="2743200" cy="1828800"/>
          </a:xfrm>
          <a:prstGeom prst="rect">
            <a:avLst/>
          </a:prstGeom>
          <a:solidFill>
            <a:srgbClr val="1E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8" name="TextBox 9017"/>
          <p:cNvSpPr txBox="1"/>
          <p:nvPr/>
        </p:nvSpPr>
        <p:spPr>
          <a:xfrm>
            <a:off x="6071616" y="1298448"/>
            <a:ext cx="2487168" cy="1645920"/>
          </a:xfrm>
          <a:prstGeom prst="rect">
            <a:avLst/>
          </a:prstGeom>
          <a:noFill/>
        </p:spPr>
        <p:txBody>
          <a:bodyPr wrap="square" anchor="t" lIns="0" rIns="0" tIns="0" bIns="0">
            <a:spAutoFit/>
          </a:bodyPr>
          <a:lstStyle/>
          <a:p>
            <a:pPr algn="l">
              <a:lnSpc>
                <a:spcPct val="115000"/>
              </a:lnSpc>
              <a:spcAft>
                <a:spcPts val="100"/>
              </a:spcAft>
            </a:pPr>
            <a:r>
              <a:rPr sz="850" b="0" i="0">
                <a:solidFill>
                  <a:srgbClr val="EAEEF0"/>
                </a:solidFill>
                <a:latin typeface="Courier New"/>
              </a:rPr>
              <a:t>FD: model "mobilenet-v2" v1 (cloud,</a:t>
            </a:r>
          </a:p>
          <a:p>
            <a:pPr algn="l">
              <a:lnSpc>
                <a:spcPct val="115000"/>
              </a:lnSpc>
              <a:spcAft>
                <a:spcPts val="100"/>
              </a:spcAft>
            </a:pPr>
            <a:r>
              <a:rPr sz="850" b="0" i="0">
                <a:solidFill>
                  <a:srgbClr val="EAEEF0"/>
                </a:solidFill>
                <a:latin typeface="Courier New"/>
              </a:rPr>
              <a:t>  3152368 bytes) loaded: classifier</a:t>
            </a:r>
          </a:p>
          <a:p>
            <a:pPr algn="l">
              <a:lnSpc>
                <a:spcPct val="115000"/>
              </a:lnSpc>
              <a:spcAft>
                <a:spcPts val="100"/>
              </a:spcAft>
            </a:pPr>
            <a:r>
              <a:rPr sz="850" b="0" i="0">
                <a:solidFill>
                  <a:srgbClr val="EAEEF0"/>
                </a:solidFill>
                <a:latin typeface="Courier New"/>
              </a:rPr>
              <a:t/>
            </a:r>
          </a:p>
          <a:p>
            <a:pPr algn="l">
              <a:lnSpc>
                <a:spcPct val="115000"/>
              </a:lnSpc>
              <a:spcAft>
                <a:spcPts val="100"/>
              </a:spcAft>
            </a:pPr>
            <a:r>
              <a:rPr sz="850" b="0" i="0">
                <a:solidFill>
                  <a:srgbClr val="EAEEF0"/>
                </a:solidFill>
                <a:latin typeface="Courier New"/>
              </a:rPr>
              <a:t>FD: model "person-detect" v1 (</a:t>
            </a:r>
            <a:r>
              <a:rPr sz="850" b="1" i="0">
                <a:solidFill>
                  <a:srgbClr val="41C363"/>
                </a:solidFill>
                <a:latin typeface="Courier New"/>
              </a:rPr>
              <a:t>flash</a:t>
            </a:r>
            <a:r>
              <a:rPr sz="850" b="0" i="0">
                <a:solidFill>
                  <a:srgbClr val="EAEEF0"/>
                </a:solidFill>
                <a:latin typeface="Courier New"/>
              </a:rPr>
              <a:t>,</a:t>
            </a:r>
          </a:p>
          <a:p>
            <a:pPr algn="l">
              <a:lnSpc>
                <a:spcPct val="115000"/>
              </a:lnSpc>
              <a:spcAft>
                <a:spcPts val="100"/>
              </a:spcAft>
            </a:pPr>
            <a:r>
              <a:rPr sz="850" b="0" i="0">
                <a:solidFill>
                  <a:srgbClr val="EAEEF0"/>
                </a:solidFill>
                <a:latin typeface="Courier New"/>
              </a:rPr>
              <a:t>  240272 bytes) loaded: classifier</a:t>
            </a:r>
          </a:p>
          <a:p>
            <a:pPr algn="l">
              <a:lnSpc>
                <a:spcPct val="115000"/>
              </a:lnSpc>
              <a:spcAft>
                <a:spcPts val="100"/>
              </a:spcAft>
            </a:pPr>
            <a:r>
              <a:rPr sz="850" b="0" i="0">
                <a:solidFill>
                  <a:srgbClr val="EAEEF0"/>
                </a:solidFill>
                <a:latin typeface="Courier New"/>
              </a:rPr>
              <a:t>IOTC: starting (credentials: stored)</a:t>
            </a:r>
          </a:p>
          <a:p>
            <a:pPr algn="l">
              <a:lnSpc>
                <a:spcPct val="115000"/>
              </a:lnSpc>
              <a:spcAft>
                <a:spcPts val="100"/>
              </a:spcAft>
            </a:pPr>
            <a:r>
              <a:rPr sz="850" b="0" i="0">
                <a:solidFill>
                  <a:srgbClr val="EAEEF0"/>
                </a:solidFill>
                <a:latin typeface="Courier New"/>
              </a:rPr>
              <a:t>IOTC: connected</a:t>
            </a:r>
          </a:p>
        </p:txBody>
      </p:sp>
      <p:sp>
        <p:nvSpPr>
          <p:cNvPr id="9019" name="TextBox 9018"/>
          <p:cNvSpPr txBox="1"/>
          <p:nvPr/>
        </p:nvSpPr>
        <p:spPr>
          <a:xfrm>
            <a:off x="5943600" y="3127248"/>
            <a:ext cx="2743200" cy="1005840"/>
          </a:xfrm>
          <a:prstGeom prst="rect">
            <a:avLst/>
          </a:prstGeom>
          <a:noFill/>
        </p:spPr>
        <p:txBody>
          <a:bodyPr wrap="square" anchor="t" lIns="0" rIns="0" tIns="0" bIns="0">
            <a:spAutoFit/>
          </a:bodyPr>
          <a:lstStyle/>
          <a:p>
            <a:pPr algn="l">
              <a:lnSpc>
                <a:spcPct val="112000"/>
              </a:lnSpc>
              <a:spcAft>
                <a:spcPts val="0"/>
              </a:spcAft>
            </a:pPr>
            <a:r>
              <a:rPr sz="1000" b="0" i="0">
                <a:solidFill>
                  <a:srgbClr val="000000"/>
                </a:solidFill>
                <a:latin typeface="Arial"/>
              </a:rPr>
              <a:t>The word flash in place of cloud after the power cycle, the Model Source card changing to match, and an Uptime tile that never went to zero during the swaps.</a:t>
            </a:r>
          </a:p>
        </p:txBody>
      </p:sp>
      <p:sp>
        <p:nvSpPr>
          <p:cNvPr id="9020" name="TextBox 9019"/>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Three numbers that prove it</a:t>
            </a:r>
          </a:p>
        </p:txBody>
      </p:sp>
      <p:sp>
        <p:nvSpPr>
          <p:cNvPr id="9000" name="Slide Number Placeholder"/>
          <p:cNvSpPr>
            <a:spLocks noGrp="1"/>
          </p:cNvSpPr>
          <p:nvPr>
            <p:ph type="sldNum" sz="quarter" idx="4"/>
          </p:nvPr>
        </p:nvSpPr>
        <p:spPr/>
        <p:txBody>
          <a:bodyPr/>
          <a:lstStyle/>
          <a:p>
            <a:fld id="{AE8365AA-C026-4BDF-9AAF-505C299C253D}" type="slidenum">
              <a:rPr lang="en-US"/>
              <a:t>1</a:t>
            </a:fld>
          </a:p>
        </p:txBody>
      </p:sp>
      <p:sp>
        <p:nvSpPr>
          <p:cNvPr id="9001" name="Rectangle 9000"/>
          <p:cNvSpPr/>
          <p:nvPr/>
        </p:nvSpPr>
        <p:spPr>
          <a:xfrm>
            <a:off x="457200" y="1005840"/>
            <a:ext cx="2606040"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640080" y="1051560"/>
            <a:ext cx="2240280" cy="868680"/>
          </a:xfrm>
          <a:prstGeom prst="rect">
            <a:avLst/>
          </a:prstGeom>
          <a:noFill/>
        </p:spPr>
        <p:txBody>
          <a:bodyPr wrap="square" anchor="t" lIns="0" rIns="0" tIns="0" bIns="0">
            <a:spAutoFit/>
          </a:bodyPr>
          <a:lstStyle/>
          <a:p>
            <a:pPr algn="l">
              <a:lnSpc>
                <a:spcPct val="100000"/>
              </a:lnSpc>
              <a:spcAft>
                <a:spcPts val="0"/>
              </a:spcAft>
            </a:pPr>
            <a:r>
              <a:rPr sz="5400" b="1" i="0">
                <a:solidFill>
                  <a:srgbClr val="41C363"/>
                </a:solidFill>
                <a:latin typeface="Arial"/>
              </a:rPr>
              <a:t>7×</a:t>
            </a:r>
          </a:p>
        </p:txBody>
      </p:sp>
      <p:sp>
        <p:nvSpPr>
          <p:cNvPr id="9003" name="TextBox 9002"/>
          <p:cNvSpPr txBox="1"/>
          <p:nvPr/>
        </p:nvSpPr>
        <p:spPr>
          <a:xfrm>
            <a:off x="640080" y="1938528"/>
            <a:ext cx="2240280" cy="457200"/>
          </a:xfrm>
          <a:prstGeom prst="rect">
            <a:avLst/>
          </a:prstGeom>
          <a:noFill/>
        </p:spPr>
        <p:txBody>
          <a:bodyPr wrap="square" anchor="t" lIns="0" rIns="0" tIns="0" bIns="0">
            <a:spAutoFit/>
          </a:bodyPr>
          <a:lstStyle/>
          <a:p>
            <a:pPr algn="l">
              <a:lnSpc>
                <a:spcPct val="105000"/>
              </a:lnSpc>
              <a:spcAft>
                <a:spcPts val="0"/>
              </a:spcAft>
            </a:pPr>
            <a:r>
              <a:rPr sz="1300" b="1" i="0">
                <a:solidFill>
                  <a:srgbClr val="000000"/>
                </a:solidFill>
                <a:latin typeface="Arial"/>
              </a:rPr>
              <a:t>larger model, absorbed live</a:t>
            </a:r>
          </a:p>
        </p:txBody>
      </p:sp>
      <p:sp>
        <p:nvSpPr>
          <p:cNvPr id="9004" name="TextBox 9003"/>
          <p:cNvSpPr txBox="1"/>
          <p:nvPr/>
        </p:nvSpPr>
        <p:spPr>
          <a:xfrm>
            <a:off x="640080" y="2395728"/>
            <a:ext cx="2240280" cy="1097280"/>
          </a:xfrm>
          <a:prstGeom prst="rect">
            <a:avLst/>
          </a:prstGeom>
          <a:noFill/>
        </p:spPr>
        <p:txBody>
          <a:bodyPr wrap="square" anchor="t" lIns="0" rIns="0" tIns="0" bIns="0">
            <a:spAutoFit/>
          </a:bodyPr>
          <a:lstStyle/>
          <a:p>
            <a:pPr algn="l">
              <a:lnSpc>
                <a:spcPct val="115000"/>
              </a:lnSpc>
              <a:spcAft>
                <a:spcPts val="0"/>
              </a:spcAft>
            </a:pPr>
            <a:r>
              <a:rPr sz="1050" b="0" i="0">
                <a:solidFill>
                  <a:srgbClr val="5F6369"/>
                </a:solidFill>
                <a:latin typeface="Arial"/>
              </a:rPr>
              <a:t>Face detector at 5,800 µs to Classifier v2 at 40,000 µs, downloaded and swapped while the camera and display kept running.</a:t>
            </a:r>
          </a:p>
        </p:txBody>
      </p:sp>
      <p:sp>
        <p:nvSpPr>
          <p:cNvPr id="9005" name="Rectangle 9004"/>
          <p:cNvSpPr/>
          <p:nvPr/>
        </p:nvSpPr>
        <p:spPr>
          <a:xfrm>
            <a:off x="3268980" y="1005840"/>
            <a:ext cx="2606040"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6" name="TextBox 9005"/>
          <p:cNvSpPr txBox="1"/>
          <p:nvPr/>
        </p:nvSpPr>
        <p:spPr>
          <a:xfrm>
            <a:off x="3451860" y="1051560"/>
            <a:ext cx="2240280" cy="868680"/>
          </a:xfrm>
          <a:prstGeom prst="rect">
            <a:avLst/>
          </a:prstGeom>
          <a:noFill/>
        </p:spPr>
        <p:txBody>
          <a:bodyPr wrap="square" anchor="t" lIns="0" rIns="0" tIns="0" bIns="0">
            <a:spAutoFit/>
          </a:bodyPr>
          <a:lstStyle/>
          <a:p>
            <a:pPr algn="l">
              <a:lnSpc>
                <a:spcPct val="100000"/>
              </a:lnSpc>
              <a:spcAft>
                <a:spcPts val="0"/>
              </a:spcAft>
            </a:pPr>
            <a:r>
              <a:rPr sz="5400" b="1" i="0">
                <a:solidFill>
                  <a:srgbClr val="41C363"/>
                </a:solidFill>
                <a:latin typeface="Arial"/>
              </a:rPr>
              <a:t>0</a:t>
            </a:r>
          </a:p>
        </p:txBody>
      </p:sp>
      <p:sp>
        <p:nvSpPr>
          <p:cNvPr id="9007" name="TextBox 9006"/>
          <p:cNvSpPr txBox="1"/>
          <p:nvPr/>
        </p:nvSpPr>
        <p:spPr>
          <a:xfrm>
            <a:off x="3451860" y="1938528"/>
            <a:ext cx="2240280" cy="457200"/>
          </a:xfrm>
          <a:prstGeom prst="rect">
            <a:avLst/>
          </a:prstGeom>
          <a:noFill/>
        </p:spPr>
        <p:txBody>
          <a:bodyPr wrap="square" anchor="t" lIns="0" rIns="0" tIns="0" bIns="0">
            <a:spAutoFit/>
          </a:bodyPr>
          <a:lstStyle/>
          <a:p>
            <a:pPr algn="l">
              <a:lnSpc>
                <a:spcPct val="105000"/>
              </a:lnSpc>
              <a:spcAft>
                <a:spcPts val="0"/>
              </a:spcAft>
            </a:pPr>
            <a:r>
              <a:rPr sz="1300" b="1" i="0">
                <a:solidFill>
                  <a:srgbClr val="000000"/>
                </a:solidFill>
                <a:latin typeface="Arial"/>
              </a:rPr>
              <a:t>reboots across every swap</a:t>
            </a:r>
          </a:p>
        </p:txBody>
      </p:sp>
      <p:sp>
        <p:nvSpPr>
          <p:cNvPr id="9008" name="TextBox 9007"/>
          <p:cNvSpPr txBox="1"/>
          <p:nvPr/>
        </p:nvSpPr>
        <p:spPr>
          <a:xfrm>
            <a:off x="3451860" y="2395728"/>
            <a:ext cx="2240280" cy="1097280"/>
          </a:xfrm>
          <a:prstGeom prst="rect">
            <a:avLst/>
          </a:prstGeom>
          <a:noFill/>
        </p:spPr>
        <p:txBody>
          <a:bodyPr wrap="square" anchor="t" lIns="0" rIns="0" tIns="0" bIns="0">
            <a:spAutoFit/>
          </a:bodyPr>
          <a:lstStyle/>
          <a:p>
            <a:pPr algn="l">
              <a:lnSpc>
                <a:spcPct val="115000"/>
              </a:lnSpc>
              <a:spcAft>
                <a:spcPts val="0"/>
              </a:spcAft>
            </a:pPr>
            <a:r>
              <a:rPr sz="1050" b="0" i="0">
                <a:solidFill>
                  <a:srgbClr val="5F6369"/>
                </a:solidFill>
                <a:latin typeface="Arial"/>
              </a:rPr>
              <a:t>The Uptime tile counts through the whole lab. The only time it resets is the power cycle you chose to do.</a:t>
            </a:r>
          </a:p>
        </p:txBody>
      </p:sp>
      <p:sp>
        <p:nvSpPr>
          <p:cNvPr id="9009" name="Rectangle 9008"/>
          <p:cNvSpPr/>
          <p:nvPr/>
        </p:nvSpPr>
        <p:spPr>
          <a:xfrm>
            <a:off x="6080760" y="1005840"/>
            <a:ext cx="2606040"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0" name="TextBox 9009"/>
          <p:cNvSpPr txBox="1"/>
          <p:nvPr/>
        </p:nvSpPr>
        <p:spPr>
          <a:xfrm>
            <a:off x="6263640" y="1051560"/>
            <a:ext cx="2240280" cy="868680"/>
          </a:xfrm>
          <a:prstGeom prst="rect">
            <a:avLst/>
          </a:prstGeom>
          <a:noFill/>
        </p:spPr>
        <p:txBody>
          <a:bodyPr wrap="square" anchor="t" lIns="0" rIns="0" tIns="0" bIns="0">
            <a:spAutoFit/>
          </a:bodyPr>
          <a:lstStyle/>
          <a:p>
            <a:pPr algn="l">
              <a:lnSpc>
                <a:spcPct val="100000"/>
              </a:lnSpc>
              <a:spcAft>
                <a:spcPts val="0"/>
              </a:spcAft>
            </a:pPr>
            <a:r>
              <a:rPr sz="5400" b="1" i="0">
                <a:solidFill>
                  <a:srgbClr val="FDB813"/>
                </a:solidFill>
                <a:latin typeface="Arial"/>
              </a:rPr>
              <a:t>3</a:t>
            </a:r>
          </a:p>
        </p:txBody>
      </p:sp>
      <p:sp>
        <p:nvSpPr>
          <p:cNvPr id="9011" name="TextBox 9010"/>
          <p:cNvSpPr txBox="1"/>
          <p:nvPr/>
        </p:nvSpPr>
        <p:spPr>
          <a:xfrm>
            <a:off x="6263640" y="1938528"/>
            <a:ext cx="2240280" cy="457200"/>
          </a:xfrm>
          <a:prstGeom prst="rect">
            <a:avLst/>
          </a:prstGeom>
          <a:noFill/>
        </p:spPr>
        <p:txBody>
          <a:bodyPr wrap="square" anchor="t" lIns="0" rIns="0" tIns="0" bIns="0">
            <a:spAutoFit/>
          </a:bodyPr>
          <a:lstStyle/>
          <a:p>
            <a:pPr algn="l">
              <a:lnSpc>
                <a:spcPct val="105000"/>
              </a:lnSpc>
              <a:spcAft>
                <a:spcPts val="0"/>
              </a:spcAft>
            </a:pPr>
            <a:r>
              <a:rPr sz="1300" b="1" i="0">
                <a:solidFill>
                  <a:srgbClr val="000000"/>
                </a:solidFill>
                <a:latin typeface="Arial"/>
              </a:rPr>
              <a:t>tasks, one firmware image</a:t>
            </a:r>
          </a:p>
        </p:txBody>
      </p:sp>
      <p:sp>
        <p:nvSpPr>
          <p:cNvPr id="9012" name="TextBox 9011"/>
          <p:cNvSpPr txBox="1"/>
          <p:nvPr/>
        </p:nvSpPr>
        <p:spPr>
          <a:xfrm>
            <a:off x="6263640" y="2395728"/>
            <a:ext cx="2240280" cy="1097280"/>
          </a:xfrm>
          <a:prstGeom prst="rect">
            <a:avLst/>
          </a:prstGeom>
          <a:noFill/>
        </p:spPr>
        <p:txBody>
          <a:bodyPr wrap="square" anchor="t" lIns="0" rIns="0" tIns="0" bIns="0">
            <a:spAutoFit/>
          </a:bodyPr>
          <a:lstStyle/>
          <a:p>
            <a:pPr algn="l">
              <a:lnSpc>
                <a:spcPct val="115000"/>
              </a:lnSpc>
              <a:spcAft>
                <a:spcPts val="0"/>
              </a:spcAft>
            </a:pPr>
            <a:r>
              <a:rPr sz="1050" b="0" i="0">
                <a:solidFill>
                  <a:srgbClr val="5F6369"/>
                </a:solidFill>
                <a:latin typeface="Arial"/>
              </a:rPr>
              <a:t>Face detection, occupancy sensing, 1000-class classification. The family is chosen by the model's input shape, not by a build flag.</a:t>
            </a:r>
          </a:p>
        </p:txBody>
      </p:sp>
      <p:sp>
        <p:nvSpPr>
          <p:cNvPr id="9013" name="TextBox 9012"/>
          <p:cNvSpPr txBox="1"/>
          <p:nvPr/>
        </p:nvSpPr>
        <p:spPr>
          <a:xfrm>
            <a:off x="457200" y="3749039"/>
            <a:ext cx="8229600" cy="548640"/>
          </a:xfrm>
          <a:prstGeom prst="rect">
            <a:avLst/>
          </a:prstGeom>
          <a:noFill/>
        </p:spPr>
        <p:txBody>
          <a:bodyPr wrap="square" anchor="t" lIns="0" rIns="0" tIns="0" bIns="0">
            <a:spAutoFit/>
          </a:bodyPr>
          <a:lstStyle/>
          <a:p>
            <a:pPr algn="l">
              <a:lnSpc>
                <a:spcPct val="115000"/>
              </a:lnSpc>
              <a:spcAft>
                <a:spcPts val="0"/>
              </a:spcAft>
            </a:pPr>
            <a:r>
              <a:rPr sz="1300" b="0" i="0">
                <a:solidFill>
                  <a:srgbClr val="000000"/>
                </a:solidFill>
                <a:latin typeface="Arial"/>
              </a:rPr>
              <a:t>And after the power cycle: the same model, from the board's own flash, in about 30 seconds, with no console attached.</a:t>
            </a:r>
          </a:p>
        </p:txBody>
      </p:sp>
      <p:sp>
        <p:nvSpPr>
          <p:cNvPr id="9014" name="TextBox 9013"/>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Lab 6: Live video, and a push mid-stream (10 min)</a:t>
            </a:r>
          </a:p>
        </p:txBody>
      </p:sp>
      <p:sp>
        <p:nvSpPr>
          <p:cNvPr id="9000" name="Slide Number Placeholder"/>
          <p:cNvSpPr>
            <a:spLocks noGrp="1"/>
          </p:cNvSpPr>
          <p:nvPr>
            <p:ph type="sldNum" sz="quarter" idx="4"/>
          </p:nvPr>
        </p:nvSpPr>
        <p:spPr/>
        <p:txBody>
          <a:bodyPr/>
          <a:lstStyle/>
          <a:p>
            <a:fld id="{C843C30C-915A-41DC-B9A3-74492846B72D}" type="slidenum">
              <a:rPr lang="en-US"/>
              <a:t>1</a:t>
            </a:fld>
          </a:p>
        </p:txBody>
      </p:sp>
      <p:sp>
        <p:nvSpPr>
          <p:cNvPr id="9001" name="TextBox 9000"/>
          <p:cNvSpPr txBox="1"/>
          <p:nvPr/>
        </p:nvSpPr>
        <p:spPr>
          <a:xfrm>
            <a:off x="457200" y="1005840"/>
            <a:ext cx="4023360" cy="2743200"/>
          </a:xfrm>
          <a:prstGeom prst="rect">
            <a:avLst/>
          </a:prstGeom>
          <a:noFill/>
        </p:spPr>
        <p:txBody>
          <a:bodyPr wrap="square" anchor="t" lIns="0" rIns="0" tIns="0" bIns="0">
            <a:spAutoFit/>
          </a:bodyPr>
          <a:lstStyle/>
          <a:p>
            <a:pPr algn="l" marL="146304" indent="-146304">
              <a:lnSpc>
                <a:spcPct val="112000"/>
              </a:lnSpc>
              <a:spcAft>
                <a:spcPts val="600"/>
              </a:spcAft>
              <a:buClr>
                <a:srgbClr val="41C363"/>
              </a:buClr>
              <a:buFont typeface="Arial"/>
              <a:buAutoNum type="arabicPeriod"/>
            </a:pPr>
            <a:r>
              <a:rPr sz="1200" b="0" i="0">
                <a:solidFill>
                  <a:srgbClr val="000000"/>
                </a:solidFill>
                <a:latin typeface="Arial"/>
              </a:rPr>
              <a:t>Open your device, select the Video Streaming tab.</a:t>
            </a:r>
          </a:p>
          <a:p>
            <a:pPr algn="l" marL="146304" indent="-146304">
              <a:lnSpc>
                <a:spcPct val="112000"/>
              </a:lnSpc>
              <a:spcAft>
                <a:spcPts val="600"/>
              </a:spcAft>
              <a:buClr>
                <a:srgbClr val="41C363"/>
              </a:buClr>
              <a:buFont typeface="Arial"/>
              <a:buAutoNum type="arabicPeriod"/>
            </a:pPr>
            <a:r>
              <a:rPr sz="1200" b="0" i="0">
                <a:solidFill>
                  <a:srgbClr val="000000"/>
                </a:solidFill>
                <a:latin typeface="Arial"/>
              </a:rPr>
              <a:t>Start Video. Allow 15 seconds. Black? Stop, then Start once more.</a:t>
            </a:r>
          </a:p>
          <a:p>
            <a:pPr algn="l" marL="146304" indent="-146304">
              <a:lnSpc>
                <a:spcPct val="112000"/>
              </a:lnSpc>
              <a:spcAft>
                <a:spcPts val="600"/>
              </a:spcAft>
              <a:buClr>
                <a:srgbClr val="41C363"/>
              </a:buClr>
              <a:buFont typeface="Arial"/>
              <a:buAutoNum type="arabicPeriod"/>
            </a:pPr>
            <a:r>
              <a:rPr sz="1200" b="0" i="0">
                <a:solidFill>
                  <a:srgbClr val="000000"/>
                </a:solidFill>
                <a:latin typeface="Arial"/>
              </a:rPr>
              <a:t>Wave at the camera. A second or two of latency is the relay.</a:t>
            </a:r>
          </a:p>
          <a:p>
            <a:pPr algn="l" marL="146304" indent="-146304">
              <a:lnSpc>
                <a:spcPct val="112000"/>
              </a:lnSpc>
              <a:spcAft>
                <a:spcPts val="600"/>
              </a:spcAft>
              <a:buClr>
                <a:srgbClr val="41C363"/>
              </a:buClr>
              <a:buFont typeface="Arial"/>
              <a:buAutoNum type="arabicPeriod"/>
            </a:pPr>
            <a:r>
              <a:rPr sz="1200" b="0" i="0">
                <a:solidFill>
                  <a:srgbClr val="000000"/>
                </a:solidFill>
                <a:latin typeface="Arial"/>
              </a:rPr>
              <a:t>With the video playing, deploy a different model.</a:t>
            </a:r>
          </a:p>
          <a:p>
            <a:pPr algn="l" marL="146304" indent="-146304">
              <a:lnSpc>
                <a:spcPct val="112000"/>
              </a:lnSpc>
              <a:spcAft>
                <a:spcPts val="600"/>
              </a:spcAft>
              <a:buClr>
                <a:srgbClr val="41C363"/>
              </a:buClr>
              <a:buFont typeface="Arial"/>
              <a:buAutoNum type="arabicPeriod"/>
            </a:pPr>
            <a:r>
              <a:rPr sz="1200" b="0" i="0">
                <a:solidFill>
                  <a:srgbClr val="000000"/>
                </a:solidFill>
                <a:latin typeface="Arial"/>
              </a:rPr>
              <a:t>Watch the stream stay up while the task changes. Stop Video.</a:t>
            </a:r>
          </a:p>
        </p:txBody>
      </p:sp>
      <p:sp>
        <p:nvSpPr>
          <p:cNvPr id="9002" name="Rectangle 9001"/>
          <p:cNvSpPr/>
          <p:nvPr/>
        </p:nvSpPr>
        <p:spPr>
          <a:xfrm>
            <a:off x="4754880" y="1005840"/>
            <a:ext cx="393192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3" name="TextBox 9002"/>
          <p:cNvSpPr txBox="1"/>
          <p:nvPr/>
        </p:nvSpPr>
        <p:spPr>
          <a:xfrm>
            <a:off x="4892040" y="1005840"/>
            <a:ext cx="3657600" cy="868680"/>
          </a:xfrm>
          <a:prstGeom prst="rect">
            <a:avLst/>
          </a:prstGeom>
          <a:noFill/>
        </p:spPr>
        <p:txBody>
          <a:bodyPr wrap="square" anchor="ctr" lIns="0" rIns="0" tIns="0" bIns="0">
            <a:spAutoFit/>
          </a:bodyPr>
          <a:lstStyle/>
          <a:p>
            <a:pPr algn="l">
              <a:lnSpc>
                <a:spcPct val="110000"/>
              </a:lnSpc>
              <a:spcAft>
                <a:spcPts val="0"/>
              </a:spcAft>
            </a:pPr>
            <a:r>
              <a:rPr sz="1000" b="1" i="0">
                <a:solidFill>
                  <a:srgbClr val="000000"/>
                </a:solidFill>
                <a:latin typeface="Arial"/>
              </a:rPr>
              <a:t>No video hardware on this chip. </a:t>
            </a:r>
            <a:r>
              <a:rPr sz="1000" b="0" i="0">
                <a:solidFill>
                  <a:srgbClr val="000000"/>
                </a:solidFill>
                <a:latin typeface="Arial"/>
              </a:rPr>
              <a:t>H.264 is encoded in software on the Cortex-M85 at 320×240, about 8 to 10 frames per second.</a:t>
            </a:r>
          </a:p>
        </p:txBody>
      </p:sp>
      <p:sp>
        <p:nvSpPr>
          <p:cNvPr id="9004" name="Rectangle 9003"/>
          <p:cNvSpPr/>
          <p:nvPr/>
        </p:nvSpPr>
        <p:spPr>
          <a:xfrm>
            <a:off x="4754880" y="1965960"/>
            <a:ext cx="393192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4892040" y="1965960"/>
            <a:ext cx="3657600" cy="868680"/>
          </a:xfrm>
          <a:prstGeom prst="rect">
            <a:avLst/>
          </a:prstGeom>
          <a:noFill/>
        </p:spPr>
        <p:txBody>
          <a:bodyPr wrap="square" anchor="ctr" lIns="0" rIns="0" tIns="0" bIns="0">
            <a:spAutoFit/>
          </a:bodyPr>
          <a:lstStyle/>
          <a:p>
            <a:pPr algn="l">
              <a:lnSpc>
                <a:spcPct val="110000"/>
              </a:lnSpc>
              <a:spcAft>
                <a:spcPts val="0"/>
              </a:spcAft>
            </a:pPr>
            <a:r>
              <a:rPr sz="1000" b="1" i="0">
                <a:solidFill>
                  <a:srgbClr val="000000"/>
                </a:solidFill>
                <a:latin typeface="Arial"/>
              </a:rPr>
              <a:t>Real WebRTC. </a:t>
            </a:r>
            <a:r>
              <a:rPr sz="1000" b="0" i="0">
                <a:solidFill>
                  <a:srgbClr val="000000"/>
                </a:solidFill>
                <a:latin typeface="Arial"/>
              </a:rPr>
              <a:t>Kinesis Video Streams signaling, ICE and TURN traversal, DTLS-SRTP encryption, negotiated on the microcontroller. One viewer per device.</a:t>
            </a:r>
          </a:p>
        </p:txBody>
      </p:sp>
      <p:sp>
        <p:nvSpPr>
          <p:cNvPr id="9006" name="Rectangle 9005"/>
          <p:cNvSpPr/>
          <p:nvPr/>
        </p:nvSpPr>
        <p:spPr>
          <a:xfrm>
            <a:off x="4754880" y="2926080"/>
            <a:ext cx="393192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7" name="TextBox 9006"/>
          <p:cNvSpPr txBox="1"/>
          <p:nvPr/>
        </p:nvSpPr>
        <p:spPr>
          <a:xfrm>
            <a:off x="4892040" y="2926080"/>
            <a:ext cx="3657600" cy="868680"/>
          </a:xfrm>
          <a:prstGeom prst="rect">
            <a:avLst/>
          </a:prstGeom>
          <a:noFill/>
        </p:spPr>
        <p:txBody>
          <a:bodyPr wrap="square" anchor="ctr" lIns="0" rIns="0" tIns="0" bIns="0">
            <a:spAutoFit/>
          </a:bodyPr>
          <a:lstStyle/>
          <a:p>
            <a:pPr algn="l">
              <a:lnSpc>
                <a:spcPct val="110000"/>
              </a:lnSpc>
              <a:spcAft>
                <a:spcPts val="0"/>
              </a:spcAft>
            </a:pPr>
            <a:r>
              <a:rPr sz="1000" b="1" i="0">
                <a:solidFill>
                  <a:srgbClr val="000000"/>
                </a:solidFill>
                <a:latin typeface="Arial"/>
              </a:rPr>
              <a:t>Everything at once. </a:t>
            </a:r>
            <a:r>
              <a:rPr sz="1000" b="0" i="0">
                <a:solidFill>
                  <a:srgbClr val="000000"/>
                </a:solidFill>
                <a:latin typeface="Arial"/>
              </a:rPr>
              <a:t>The NPU keeps running inference on the same frames, telemetry keeps flowing, and a second TLS session downloads the model.</a:t>
            </a:r>
          </a:p>
        </p:txBody>
      </p:sp>
      <p:sp>
        <p:nvSpPr>
          <p:cNvPr id="9008" name="Rectangle 9007"/>
          <p:cNvSpPr/>
          <p:nvPr/>
        </p:nvSpPr>
        <p:spPr>
          <a:xfrm>
            <a:off x="457200" y="3977639"/>
            <a:ext cx="8229600" cy="548640"/>
          </a:xfrm>
          <a:prstGeom prst="rect">
            <a:avLst/>
          </a:prstGeom>
          <a:solidFill>
            <a:srgbClr val="E6F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9" name="TextBox 9008"/>
          <p:cNvSpPr txBox="1"/>
          <p:nvPr/>
        </p:nvSpPr>
        <p:spPr>
          <a:xfrm>
            <a:off x="603504" y="3977639"/>
            <a:ext cx="7936992" cy="548640"/>
          </a:xfrm>
          <a:prstGeom prst="rect">
            <a:avLst/>
          </a:prstGeom>
          <a:noFill/>
        </p:spPr>
        <p:txBody>
          <a:bodyPr wrap="square" anchor="ctr" lIns="0" rIns="0" tIns="0" bIns="0">
            <a:spAutoFit/>
          </a:bodyPr>
          <a:lstStyle/>
          <a:p>
            <a:pPr algn="l">
              <a:lnSpc>
                <a:spcPct val="110000"/>
              </a:lnSpc>
              <a:spcAft>
                <a:spcPts val="0"/>
              </a:spcAft>
            </a:pPr>
            <a:r>
              <a:rPr sz="1100" b="1" i="0">
                <a:solidFill>
                  <a:srgbClr val="368748"/>
                </a:solidFill>
                <a:latin typeface="Arial"/>
              </a:rPr>
              <a:t>Checkpoint: </a:t>
            </a:r>
            <a:r>
              <a:rPr sz="1100" b="0" i="0">
                <a:solidFill>
                  <a:srgbClr val="000000"/>
                </a:solidFill>
                <a:latin typeface="Arial"/>
              </a:rPr>
              <a:t>you saw the live view, the console printed [KVSMedia] streaming ON, and the model changed while the video played.</a:t>
            </a:r>
          </a:p>
        </p:txBody>
      </p:sp>
      <p:sp>
        <p:nvSpPr>
          <p:cNvPr id="9010" name="TextBox 9009"/>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Bring your own model</a:t>
            </a:r>
          </a:p>
        </p:txBody>
      </p:sp>
      <p:sp>
        <p:nvSpPr>
          <p:cNvPr id="9000" name="Slide Number Placeholder"/>
          <p:cNvSpPr>
            <a:spLocks noGrp="1"/>
          </p:cNvSpPr>
          <p:nvPr>
            <p:ph type="sldNum" sz="quarter" idx="4"/>
          </p:nvPr>
        </p:nvSpPr>
        <p:spPr/>
        <p:txBody>
          <a:bodyPr/>
          <a:lstStyle/>
          <a:p>
            <a:fld id="{5F1AFE9B-7F49-440A-B7DD-1CD0E4297C74}" type="slidenum">
              <a:rPr lang="en-US"/>
              <a:t>1</a:t>
            </a:fld>
          </a:p>
        </p:txBody>
      </p:sp>
      <p:sp>
        <p:nvSpPr>
          <p:cNvPr id="9001" name="Rectangle 9000"/>
          <p:cNvSpPr/>
          <p:nvPr/>
        </p:nvSpPr>
        <p:spPr>
          <a:xfrm>
            <a:off x="457200" y="1005840"/>
            <a:ext cx="1828800" cy="18288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66928" y="1115568"/>
            <a:ext cx="1609344"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1</a:t>
            </a:r>
          </a:p>
        </p:txBody>
      </p:sp>
      <p:sp>
        <p:nvSpPr>
          <p:cNvPr id="9003" name="TextBox 9002"/>
          <p:cNvSpPr txBox="1"/>
          <p:nvPr/>
        </p:nvSpPr>
        <p:spPr>
          <a:xfrm>
            <a:off x="566928" y="1499616"/>
            <a:ext cx="1609344" cy="27432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Quantize</a:t>
            </a:r>
          </a:p>
        </p:txBody>
      </p:sp>
      <p:sp>
        <p:nvSpPr>
          <p:cNvPr id="9004" name="TextBox 9003"/>
          <p:cNvSpPr txBox="1"/>
          <p:nvPr/>
        </p:nvSpPr>
        <p:spPr>
          <a:xfrm>
            <a:off x="566928" y="1807698"/>
            <a:ext cx="1609344" cy="917213"/>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Export an int8 TensorFlow Lite model whose input matches one of the three contracts.</a:t>
            </a:r>
          </a:p>
        </p:txBody>
      </p:sp>
      <p:sp>
        <p:nvSpPr>
          <p:cNvPr id="9005" name="Chevron 9004"/>
          <p:cNvSpPr/>
          <p:nvPr/>
        </p:nvSpPr>
        <p:spPr>
          <a:xfrm>
            <a:off x="2331720" y="1783080"/>
            <a:ext cx="219456"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6" name="Rectangle 9005"/>
          <p:cNvSpPr/>
          <p:nvPr/>
        </p:nvSpPr>
        <p:spPr>
          <a:xfrm>
            <a:off x="2596896" y="1005840"/>
            <a:ext cx="1828800" cy="18288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7" name="TextBox 9006"/>
          <p:cNvSpPr txBox="1"/>
          <p:nvPr/>
        </p:nvSpPr>
        <p:spPr>
          <a:xfrm>
            <a:off x="2706624" y="1115568"/>
            <a:ext cx="1609344"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2</a:t>
            </a:r>
          </a:p>
        </p:txBody>
      </p:sp>
      <p:sp>
        <p:nvSpPr>
          <p:cNvPr id="9008" name="TextBox 9007"/>
          <p:cNvSpPr txBox="1"/>
          <p:nvPr/>
        </p:nvSpPr>
        <p:spPr>
          <a:xfrm>
            <a:off x="2706624" y="1499616"/>
            <a:ext cx="1609344" cy="27432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Compile with Vela</a:t>
            </a:r>
          </a:p>
        </p:txBody>
      </p:sp>
      <p:sp>
        <p:nvSpPr>
          <p:cNvPr id="9009" name="TextBox 9008"/>
          <p:cNvSpPr txBox="1"/>
          <p:nvPr/>
        </p:nvSpPr>
        <p:spPr>
          <a:xfrm>
            <a:off x="2706624" y="1807698"/>
            <a:ext cx="1609344" cy="917213"/>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Target ethos-u55-256. If Total SRAM used exceeds 640 KiB, recompile with the Size optimisation.</a:t>
            </a:r>
          </a:p>
        </p:txBody>
      </p:sp>
      <p:sp>
        <p:nvSpPr>
          <p:cNvPr id="9010" name="Chevron 9009"/>
          <p:cNvSpPr/>
          <p:nvPr/>
        </p:nvSpPr>
        <p:spPr>
          <a:xfrm>
            <a:off x="4471416" y="1783080"/>
            <a:ext cx="219456"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1" name="Rectangle 9010"/>
          <p:cNvSpPr/>
          <p:nvPr/>
        </p:nvSpPr>
        <p:spPr>
          <a:xfrm>
            <a:off x="4736592" y="1005840"/>
            <a:ext cx="1828800" cy="182880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2" name="TextBox 9011"/>
          <p:cNvSpPr txBox="1"/>
          <p:nvPr/>
        </p:nvSpPr>
        <p:spPr>
          <a:xfrm>
            <a:off x="4846320" y="1115568"/>
            <a:ext cx="1609344"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3</a:t>
            </a:r>
          </a:p>
        </p:txBody>
      </p:sp>
      <p:sp>
        <p:nvSpPr>
          <p:cNvPr id="9013" name="TextBox 9012"/>
          <p:cNvSpPr txBox="1"/>
          <p:nvPr/>
        </p:nvSpPr>
        <p:spPr>
          <a:xfrm>
            <a:off x="4846320" y="1499616"/>
            <a:ext cx="1609344" cy="27432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Pack</a:t>
            </a:r>
          </a:p>
        </p:txBody>
      </p:sp>
      <p:sp>
        <p:nvSpPr>
          <p:cNvPr id="9014" name="TextBox 9013"/>
          <p:cNvSpPr txBox="1"/>
          <p:nvPr/>
        </p:nvSpPr>
        <p:spPr>
          <a:xfrm>
            <a:off x="4846320" y="1807698"/>
            <a:ext cx="1609344" cy="917213"/>
          </a:xfrm>
          <a:prstGeom prst="rect">
            <a:avLst/>
          </a:prstGeom>
          <a:noFill/>
        </p:spPr>
        <p:txBody>
          <a:bodyPr wrap="square" anchor="t" lIns="0" rIns="0" tIns="0" bIns="0">
            <a:spAutoFit/>
          </a:bodyPr>
          <a:lstStyle/>
          <a:p>
            <a:pPr algn="l">
              <a:lnSpc>
                <a:spcPct val="110000"/>
              </a:lnSpc>
              <a:spcAft>
                <a:spcPts val="300"/>
              </a:spcAft>
            </a:pPr>
            <a:r>
              <a:rPr sz="1000" b="0" i="0">
                <a:solidFill>
                  <a:srgbClr val="000000"/>
                </a:solidFill>
                <a:latin typeface="Arial"/>
              </a:rPr>
              <a:t>tools/pack_model.py wraps it in the IOTV envelope and writes the STORED zip.</a:t>
            </a:r>
          </a:p>
        </p:txBody>
      </p:sp>
      <p:sp>
        <p:nvSpPr>
          <p:cNvPr id="9015" name="Chevron 9014"/>
          <p:cNvSpPr/>
          <p:nvPr/>
        </p:nvSpPr>
        <p:spPr>
          <a:xfrm>
            <a:off x="6611112" y="1783080"/>
            <a:ext cx="219456" cy="274320"/>
          </a:xfrm>
          <a:prstGeom prst="chevron">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6" name="Rectangle 9015"/>
          <p:cNvSpPr/>
          <p:nvPr/>
        </p:nvSpPr>
        <p:spPr>
          <a:xfrm>
            <a:off x="6876288" y="1005840"/>
            <a:ext cx="1828800" cy="1828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7" name="TextBox 9016"/>
          <p:cNvSpPr txBox="1"/>
          <p:nvPr/>
        </p:nvSpPr>
        <p:spPr>
          <a:xfrm>
            <a:off x="6986016" y="1115568"/>
            <a:ext cx="1609344" cy="384048"/>
          </a:xfrm>
          <a:prstGeom prst="rect">
            <a:avLst/>
          </a:prstGeom>
          <a:noFill/>
        </p:spPr>
        <p:txBody>
          <a:bodyPr wrap="square" anchor="t" lIns="0" rIns="0" tIns="0" bIns="0">
            <a:spAutoFit/>
          </a:bodyPr>
          <a:lstStyle/>
          <a:p>
            <a:pPr algn="l">
              <a:lnSpc>
                <a:spcPct val="110000"/>
              </a:lnSpc>
              <a:spcAft>
                <a:spcPts val="400"/>
              </a:spcAft>
            </a:pPr>
            <a:r>
              <a:rPr sz="2600" b="1" i="0">
                <a:solidFill>
                  <a:srgbClr val="41C363"/>
                </a:solidFill>
                <a:latin typeface="Arial"/>
              </a:rPr>
              <a:t>4</a:t>
            </a:r>
          </a:p>
        </p:txBody>
      </p:sp>
      <p:sp>
        <p:nvSpPr>
          <p:cNvPr id="9018" name="TextBox 9017"/>
          <p:cNvSpPr txBox="1"/>
          <p:nvPr/>
        </p:nvSpPr>
        <p:spPr>
          <a:xfrm>
            <a:off x="6986016" y="1499616"/>
            <a:ext cx="1609344" cy="274320"/>
          </a:xfrm>
          <a:prstGeom prst="rect">
            <a:avLst/>
          </a:prstGeom>
          <a:noFill/>
        </p:spPr>
        <p:txBody>
          <a:bodyPr wrap="square" anchor="t" lIns="0" rIns="0" tIns="0" bIns="0">
            <a:spAutoFit/>
          </a:bodyPr>
          <a:lstStyle/>
          <a:p>
            <a:pPr algn="l">
              <a:lnSpc>
                <a:spcPct val="110000"/>
              </a:lnSpc>
              <a:spcAft>
                <a:spcPts val="0"/>
              </a:spcAft>
            </a:pPr>
            <a:r>
              <a:rPr sz="1200" b="1" i="0">
                <a:solidFill>
                  <a:srgbClr val="41C363"/>
                </a:solidFill>
                <a:latin typeface="Arial"/>
              </a:rPr>
              <a:t>Upload and push</a:t>
            </a:r>
          </a:p>
        </p:txBody>
      </p:sp>
      <p:sp>
        <p:nvSpPr>
          <p:cNvPr id="9019" name="TextBox 9018"/>
          <p:cNvSpPr txBox="1"/>
          <p:nvPr/>
        </p:nvSpPr>
        <p:spPr>
          <a:xfrm>
            <a:off x="6986016" y="1807698"/>
            <a:ext cx="1609344" cy="917213"/>
          </a:xfrm>
          <a:prstGeom prst="rect">
            <a:avLst/>
          </a:prstGeom>
          <a:noFill/>
        </p:spPr>
        <p:txBody>
          <a:bodyPr wrap="square" anchor="t" lIns="0" rIns="0" tIns="0" bIns="0">
            <a:spAutoFit/>
          </a:bodyPr>
          <a:lstStyle/>
          <a:p>
            <a:pPr algn="l">
              <a:lnSpc>
                <a:spcPct val="110000"/>
              </a:lnSpc>
              <a:spcAft>
                <a:spcPts val="300"/>
              </a:spcAft>
            </a:pPr>
            <a:r>
              <a:rPr sz="1000" b="0" i="0">
                <a:solidFill>
                  <a:srgbClr val="FFFFFF"/>
                </a:solidFill>
                <a:latin typeface="Arial"/>
              </a:rPr>
              <a:t>AI Models, Create Model, Variant Renesas, upload the zip. Deploy to one device, then to the fleet.</a:t>
            </a:r>
          </a:p>
        </p:txBody>
      </p:sp>
      <p:sp>
        <p:nvSpPr>
          <p:cNvPr id="9020" name="Rectangle 9019"/>
          <p:cNvSpPr/>
          <p:nvPr/>
        </p:nvSpPr>
        <p:spPr>
          <a:xfrm>
            <a:off x="457200" y="3017520"/>
            <a:ext cx="8229600" cy="868680"/>
          </a:xfrm>
          <a:prstGeom prst="rect">
            <a:avLst/>
          </a:prstGeom>
          <a:solidFill>
            <a:srgbClr val="1E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21" name="TextBox 9020"/>
          <p:cNvSpPr txBox="1"/>
          <p:nvPr/>
        </p:nvSpPr>
        <p:spPr>
          <a:xfrm>
            <a:off x="585216" y="3108960"/>
            <a:ext cx="7973568" cy="685800"/>
          </a:xfrm>
          <a:prstGeom prst="rect">
            <a:avLst/>
          </a:prstGeom>
          <a:noFill/>
        </p:spPr>
        <p:txBody>
          <a:bodyPr wrap="square" anchor="t" lIns="0" rIns="0" tIns="0" bIns="0">
            <a:spAutoFit/>
          </a:bodyPr>
          <a:lstStyle/>
          <a:p>
            <a:pPr algn="l">
              <a:lnSpc>
                <a:spcPct val="115000"/>
              </a:lnSpc>
              <a:spcAft>
                <a:spcPts val="100"/>
              </a:spcAft>
            </a:pPr>
            <a:r>
              <a:rPr sz="900" b="0" i="0">
                <a:solidFill>
                  <a:srgbClr val="EAEEF0"/>
                </a:solidFill>
                <a:latin typeface="Courier New"/>
              </a:rPr>
              <a:t>pip install ethos-u-vela</a:t>
            </a:r>
          </a:p>
          <a:p>
            <a:pPr algn="l">
              <a:lnSpc>
                <a:spcPct val="115000"/>
              </a:lnSpc>
              <a:spcAft>
                <a:spcPts val="100"/>
              </a:spcAft>
            </a:pPr>
            <a:r>
              <a:rPr sz="900" b="0" i="0">
                <a:solidFill>
                  <a:srgbClr val="EAEEF0"/>
                </a:solidFill>
                <a:latin typeface="Courier New"/>
              </a:rPr>
              <a:t>vela --accelerator-config=ethos-u55-256 --optimise Performance --config &lt;default_vela.ini&gt; --memory-mode=Shared_Sram --system-config=Ethos_U55_High_End_Embedded model_quant.tflite</a:t>
            </a:r>
          </a:p>
          <a:p>
            <a:pPr algn="l">
              <a:lnSpc>
                <a:spcPct val="115000"/>
              </a:lnSpc>
              <a:spcAft>
                <a:spcPts val="100"/>
              </a:spcAft>
            </a:pPr>
            <a:r>
              <a:rPr sz="900" b="0" i="0">
                <a:solidFill>
                  <a:srgbClr val="EAEEF0"/>
                </a:solidFill>
                <a:latin typeface="Courier New"/>
              </a:rPr>
              <a:t>python tools/pack_model.py model_quant_vela.tflite --version 1 --name my-model</a:t>
            </a:r>
          </a:p>
        </p:txBody>
      </p:sp>
      <p:sp>
        <p:nvSpPr>
          <p:cNvPr id="9022" name="TextBox 9021"/>
          <p:cNvSpPr txBox="1"/>
          <p:nvPr/>
        </p:nvSpPr>
        <p:spPr>
          <a:xfrm>
            <a:off x="457200" y="3977639"/>
            <a:ext cx="8229600" cy="548640"/>
          </a:xfrm>
          <a:prstGeom prst="rect">
            <a:avLst/>
          </a:prstGeom>
          <a:noFill/>
        </p:spPr>
        <p:txBody>
          <a:bodyPr wrap="square" anchor="t" lIns="0" rIns="0" tIns="0" bIns="0">
            <a:spAutoFit/>
          </a:bodyPr>
          <a:lstStyle/>
          <a:p>
            <a:pPr algn="l">
              <a:lnSpc>
                <a:spcPct val="115000"/>
              </a:lnSpc>
              <a:spcAft>
                <a:spcPts val="0"/>
              </a:spcAft>
            </a:pPr>
            <a:r>
              <a:rPr sz="1050" b="0" i="0">
                <a:solidFill>
                  <a:srgbClr val="5F6369"/>
                </a:solidFill>
                <a:latin typeface="Arial"/>
              </a:rPr>
              <a:t>Limits: 4 MB enveloped, 640 KiB arena, only the ops linked into this build. A model with an unsupported shape is rejected on the device and the previous model restored.</a:t>
            </a:r>
          </a:p>
        </p:txBody>
      </p:sp>
      <p:sp>
        <p:nvSpPr>
          <p:cNvPr id="9023" name="TextBox 9022"/>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Where to go next</a:t>
            </a:r>
          </a:p>
        </p:txBody>
      </p:sp>
      <p:sp>
        <p:nvSpPr>
          <p:cNvPr id="9000" name="Slide Number Placeholder"/>
          <p:cNvSpPr>
            <a:spLocks noGrp="1"/>
          </p:cNvSpPr>
          <p:nvPr>
            <p:ph type="sldNum" sz="quarter" idx="4"/>
          </p:nvPr>
        </p:nvSpPr>
        <p:spPr/>
        <p:txBody>
          <a:bodyPr/>
          <a:lstStyle/>
          <a:p>
            <a:fld id="{12F3A519-7BE2-4893-8E9D-F5036C03AA1B}" type="slidenum">
              <a:rPr lang="en-US"/>
              <a:t>1</a:t>
            </a:fld>
          </a:p>
        </p:txBody>
      </p:sp>
      <p:sp>
        <p:nvSpPr>
          <p:cNvPr id="9001" name="Rectangle 9000"/>
          <p:cNvSpPr/>
          <p:nvPr/>
        </p:nvSpPr>
        <p:spPr>
          <a:xfrm>
            <a:off x="457200" y="1005840"/>
            <a:ext cx="2606040" cy="16916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85216" y="1133856"/>
            <a:ext cx="235000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Quickstart</a:t>
            </a:r>
          </a:p>
        </p:txBody>
      </p:sp>
      <p:sp>
        <p:nvSpPr>
          <p:cNvPr id="9003" name="TextBox 9002"/>
          <p:cNvSpPr txBox="1"/>
          <p:nvPr/>
        </p:nvSpPr>
        <p:spPr>
          <a:xfrm>
            <a:off x="585216" y="1444752"/>
            <a:ext cx="2350008" cy="1124712"/>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Repeat today at home on your own trial account, from unboxing, with the prebuilt image and no toolchain.</a:t>
            </a:r>
          </a:p>
        </p:txBody>
      </p:sp>
      <p:sp>
        <p:nvSpPr>
          <p:cNvPr id="9004" name="Rectangle 9003"/>
          <p:cNvSpPr/>
          <p:nvPr/>
        </p:nvSpPr>
        <p:spPr>
          <a:xfrm>
            <a:off x="3268980" y="1005840"/>
            <a:ext cx="2606040" cy="16916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3396996" y="1133856"/>
            <a:ext cx="235000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Developer Guide</a:t>
            </a:r>
          </a:p>
        </p:txBody>
      </p:sp>
      <p:sp>
        <p:nvSpPr>
          <p:cNvPr id="9006" name="TextBox 9005"/>
          <p:cNvSpPr txBox="1"/>
          <p:nvPr/>
        </p:nvSpPr>
        <p:spPr>
          <a:xfrm>
            <a:off x="3396996" y="1444752"/>
            <a:ext cx="2350008" cy="1124712"/>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Build from source with e² studio and FSP, the thread architecture, the memory budget, and adding your own models.</a:t>
            </a:r>
          </a:p>
        </p:txBody>
      </p:sp>
      <p:sp>
        <p:nvSpPr>
          <p:cNvPr id="9007" name="Rectangle 9006"/>
          <p:cNvSpPr/>
          <p:nvPr/>
        </p:nvSpPr>
        <p:spPr>
          <a:xfrm>
            <a:off x="6080760" y="1005840"/>
            <a:ext cx="2606040" cy="16916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8" name="TextBox 9007"/>
          <p:cNvSpPr txBox="1"/>
          <p:nvPr/>
        </p:nvSpPr>
        <p:spPr>
          <a:xfrm>
            <a:off x="6208776" y="1133856"/>
            <a:ext cx="235000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Demo Guide</a:t>
            </a:r>
          </a:p>
        </p:txBody>
      </p:sp>
      <p:sp>
        <p:nvSpPr>
          <p:cNvPr id="9009" name="TextBox 9008"/>
          <p:cNvSpPr txBox="1"/>
          <p:nvPr/>
        </p:nvSpPr>
        <p:spPr>
          <a:xfrm>
            <a:off x="6208776" y="1444752"/>
            <a:ext cx="2350008" cy="1124712"/>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A ten-minute presenter's script for showing the hot-swap to your own team, with expected results at every step.</a:t>
            </a:r>
          </a:p>
        </p:txBody>
      </p:sp>
      <p:sp>
        <p:nvSpPr>
          <p:cNvPr id="9010" name="Rectangle 9009"/>
          <p:cNvSpPr/>
          <p:nvPr/>
        </p:nvSpPr>
        <p:spPr>
          <a:xfrm>
            <a:off x="457200" y="2880360"/>
            <a:ext cx="2606040" cy="16916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1" name="TextBox 9010"/>
          <p:cNvSpPr txBox="1"/>
          <p:nvPr/>
        </p:nvSpPr>
        <p:spPr>
          <a:xfrm>
            <a:off x="585216" y="3008376"/>
            <a:ext cx="235000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The repository</a:t>
            </a:r>
          </a:p>
        </p:txBody>
      </p:sp>
      <p:sp>
        <p:nvSpPr>
          <p:cNvPr id="9012" name="TextBox 9011"/>
          <p:cNvSpPr txBox="1"/>
          <p:nvPr/>
        </p:nvSpPr>
        <p:spPr>
          <a:xfrm>
            <a:off x="585216" y="3319272"/>
            <a:ext cx="2350008" cy="1124711"/>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github.com/avnet-iotconnect/iotc-freertos-ek-ra8p1: firmware, prebuilt image, template, dashboard, models, and these workshop materials.</a:t>
            </a:r>
          </a:p>
        </p:txBody>
      </p:sp>
      <p:sp>
        <p:nvSpPr>
          <p:cNvPr id="9013" name="Rectangle 9012"/>
          <p:cNvSpPr/>
          <p:nvPr/>
        </p:nvSpPr>
        <p:spPr>
          <a:xfrm>
            <a:off x="3268980" y="2880360"/>
            <a:ext cx="2606040" cy="16916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4" name="TextBox 9013"/>
          <p:cNvSpPr txBox="1"/>
          <p:nvPr/>
        </p:nvSpPr>
        <p:spPr>
          <a:xfrm>
            <a:off x="3396996" y="3008376"/>
            <a:ext cx="235000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The kit</a:t>
            </a:r>
          </a:p>
        </p:txBody>
      </p:sp>
      <p:sp>
        <p:nvSpPr>
          <p:cNvPr id="9015" name="TextBox 9014"/>
          <p:cNvSpPr txBox="1"/>
          <p:nvPr/>
        </p:nvSpPr>
        <p:spPr>
          <a:xfrm>
            <a:off x="3396996" y="3319272"/>
            <a:ext cx="2350008" cy="1124711"/>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EK-RA8P1 Evaluation Kit from Renesas: board, OV5640 camera, 7-inch LCD, cables. Search for EK-RA8P1 on renesas.com.</a:t>
            </a:r>
          </a:p>
        </p:txBody>
      </p:sp>
      <p:sp>
        <p:nvSpPr>
          <p:cNvPr id="9016" name="Rectangle 9015"/>
          <p:cNvSpPr/>
          <p:nvPr/>
        </p:nvSpPr>
        <p:spPr>
          <a:xfrm>
            <a:off x="6080760" y="2880360"/>
            <a:ext cx="2606040" cy="169164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17" name="TextBox 9016"/>
          <p:cNvSpPr txBox="1"/>
          <p:nvPr/>
        </p:nvSpPr>
        <p:spPr>
          <a:xfrm>
            <a:off x="6208776" y="3008376"/>
            <a:ext cx="2350008" cy="274320"/>
          </a:xfrm>
          <a:prstGeom prst="rect">
            <a:avLst/>
          </a:prstGeom>
          <a:noFill/>
        </p:spPr>
        <p:txBody>
          <a:bodyPr wrap="square" anchor="t" lIns="0" rIns="0" tIns="0" bIns="0">
            <a:spAutoFit/>
          </a:bodyPr>
          <a:lstStyle/>
          <a:p>
            <a:pPr algn="l">
              <a:lnSpc>
                <a:spcPct val="110000"/>
              </a:lnSpc>
              <a:spcAft>
                <a:spcPts val="0"/>
              </a:spcAft>
            </a:pPr>
            <a:r>
              <a:rPr sz="1300" b="1" i="0">
                <a:solidFill>
                  <a:srgbClr val="41C363"/>
                </a:solidFill>
                <a:latin typeface="Arial"/>
              </a:rPr>
              <a:t>/IOTCONNECT trial</a:t>
            </a:r>
          </a:p>
        </p:txBody>
      </p:sp>
      <p:sp>
        <p:nvSpPr>
          <p:cNvPr id="9018" name="TextBox 9017"/>
          <p:cNvSpPr txBox="1"/>
          <p:nvPr/>
        </p:nvSpPr>
        <p:spPr>
          <a:xfrm>
            <a:off x="6208776" y="3319272"/>
            <a:ext cx="2350008" cy="1124711"/>
          </a:xfrm>
          <a:prstGeom prst="rect">
            <a:avLst/>
          </a:prstGeom>
          <a:noFill/>
        </p:spPr>
        <p:txBody>
          <a:bodyPr wrap="square" anchor="t" lIns="0" rIns="0" tIns="0" bIns="0">
            <a:spAutoFit/>
          </a:bodyPr>
          <a:lstStyle/>
          <a:p>
            <a:pPr algn="l">
              <a:lnSpc>
                <a:spcPct val="110000"/>
              </a:lnSpc>
              <a:spcAft>
                <a:spcPts val="300"/>
              </a:spcAft>
            </a:pPr>
            <a:r>
              <a:rPr sz="1050" b="0" i="0">
                <a:solidFill>
                  <a:srgbClr val="000000"/>
                </a:solidFill>
                <a:latin typeface="Arial"/>
              </a:rPr>
              <a:t>A free trial on the AWS backend at subscription.iotconnect.io, or 60 days through the AWS Marketplace.</a:t>
            </a:r>
          </a:p>
        </p:txBody>
      </p:sp>
      <p:sp>
        <p:nvSpPr>
          <p:cNvPr id="9019" name="TextBox 9018"/>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Before you leave</a:t>
            </a:r>
          </a:p>
        </p:txBody>
      </p:sp>
      <p:sp>
        <p:nvSpPr>
          <p:cNvPr id="9000" name="Slide Number Placeholder"/>
          <p:cNvSpPr>
            <a:spLocks noGrp="1"/>
          </p:cNvSpPr>
          <p:nvPr>
            <p:ph type="sldNum" sz="quarter" idx="4"/>
          </p:nvPr>
        </p:nvSpPr>
        <p:spPr/>
        <p:txBody>
          <a:bodyPr/>
          <a:lstStyle/>
          <a:p>
            <a:fld id="{54FDDB97-84A7-4001-9C2F-ED3567CAC9A2}" type="slidenum">
              <a:rPr lang="en-US"/>
              <a:t>1</a:t>
            </a:fld>
          </a:p>
        </p:txBody>
      </p:sp>
      <p:sp>
        <p:nvSpPr>
          <p:cNvPr id="9001" name="Rectangle 9000"/>
          <p:cNvSpPr/>
          <p:nvPr/>
        </p:nvSpPr>
        <p:spPr>
          <a:xfrm>
            <a:off x="457200" y="1005840"/>
            <a:ext cx="4023360" cy="1737360"/>
          </a:xfrm>
          <a:prstGeom prst="rect">
            <a:avLst/>
          </a:prstGeom>
          <a:solidFill>
            <a:srgbClr val="FFFFFF"/>
          </a:solidFill>
          <a:ln w="9525">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2" name="TextBox 9001"/>
          <p:cNvSpPr txBox="1"/>
          <p:nvPr/>
        </p:nvSpPr>
        <p:spPr>
          <a:xfrm>
            <a:off x="585216" y="1133856"/>
            <a:ext cx="3767328" cy="274320"/>
          </a:xfrm>
          <a:prstGeom prst="rect">
            <a:avLst/>
          </a:prstGeom>
          <a:noFill/>
        </p:spPr>
        <p:txBody>
          <a:bodyPr wrap="square" anchor="t" lIns="0" rIns="0" tIns="0" bIns="0">
            <a:spAutoFit/>
          </a:bodyPr>
          <a:lstStyle/>
          <a:p>
            <a:pPr algn="l">
              <a:lnSpc>
                <a:spcPct val="110000"/>
              </a:lnSpc>
              <a:spcAft>
                <a:spcPts val="0"/>
              </a:spcAft>
            </a:pPr>
            <a:r>
              <a:rPr sz="1400" b="1" i="0">
                <a:solidFill>
                  <a:srgbClr val="41C363"/>
                </a:solidFill>
                <a:latin typeface="Arial"/>
              </a:rPr>
              <a:t>The board stays here</a:t>
            </a:r>
          </a:p>
        </p:txBody>
      </p:sp>
      <p:sp>
        <p:nvSpPr>
          <p:cNvPr id="9003" name="TextBox 9002"/>
          <p:cNvSpPr txBox="1"/>
          <p:nvPr/>
        </p:nvSpPr>
        <p:spPr>
          <a:xfrm>
            <a:off x="585216" y="1447565"/>
            <a:ext cx="3767328" cy="1167618"/>
          </a:xfrm>
          <a:prstGeom prst="rect">
            <a:avLst/>
          </a:prstGeom>
          <a:noFill/>
        </p:spPr>
        <p:txBody>
          <a:bodyPr wrap="square" anchor="t" lIns="0" rIns="0" tIns="0" bIns="0">
            <a:spAutoFit/>
          </a:bodyPr>
          <a:lstStyle/>
          <a:p>
            <a:pPr algn="l">
              <a:lnSpc>
                <a:spcPct val="110000"/>
              </a:lnSpc>
              <a:spcAft>
                <a:spcPts val="300"/>
              </a:spcAft>
            </a:pPr>
            <a:r>
              <a:rPr sz="1200" b="0" i="0">
                <a:solidFill>
                  <a:srgbClr val="000000"/>
                </a:solidFill>
                <a:latin typeface="Arial"/>
              </a:rPr>
              <a:t>In the serial console type erase, then reboot. The board forgets its identity. Leave it, the cables and your seat card on the desk.</a:t>
            </a:r>
          </a:p>
        </p:txBody>
      </p:sp>
      <p:sp>
        <p:nvSpPr>
          <p:cNvPr id="9004" name="Rectangle 9003"/>
          <p:cNvSpPr/>
          <p:nvPr/>
        </p:nvSpPr>
        <p:spPr>
          <a:xfrm>
            <a:off x="4663440" y="1005840"/>
            <a:ext cx="4023360" cy="1737360"/>
          </a:xfrm>
          <a:prstGeom prst="rect">
            <a:avLst/>
          </a:prstGeom>
          <a:solidFill>
            <a:srgbClr val="41C3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05" name="TextBox 9004"/>
          <p:cNvSpPr txBox="1"/>
          <p:nvPr/>
        </p:nvSpPr>
        <p:spPr>
          <a:xfrm>
            <a:off x="4791455" y="1133856"/>
            <a:ext cx="3767328" cy="274320"/>
          </a:xfrm>
          <a:prstGeom prst="rect">
            <a:avLst/>
          </a:prstGeom>
          <a:noFill/>
        </p:spPr>
        <p:txBody>
          <a:bodyPr wrap="square" anchor="t" lIns="0" rIns="0" tIns="0" bIns="0">
            <a:spAutoFit/>
          </a:bodyPr>
          <a:lstStyle/>
          <a:p>
            <a:pPr algn="l">
              <a:lnSpc>
                <a:spcPct val="110000"/>
              </a:lnSpc>
              <a:spcAft>
                <a:spcPts val="0"/>
              </a:spcAft>
            </a:pPr>
            <a:r>
              <a:rPr sz="1400" b="1" i="0">
                <a:solidFill>
                  <a:srgbClr val="FFFFFF"/>
                </a:solidFill>
                <a:latin typeface="Arial"/>
              </a:rPr>
              <a:t>The board goes home with you</a:t>
            </a:r>
          </a:p>
        </p:txBody>
      </p:sp>
      <p:sp>
        <p:nvSpPr>
          <p:cNvPr id="9006" name="TextBox 9005"/>
          <p:cNvSpPr txBox="1"/>
          <p:nvPr/>
        </p:nvSpPr>
        <p:spPr>
          <a:xfrm>
            <a:off x="4791455" y="1447565"/>
            <a:ext cx="3767328" cy="1167618"/>
          </a:xfrm>
          <a:prstGeom prst="rect">
            <a:avLst/>
          </a:prstGeom>
          <a:noFill/>
        </p:spPr>
        <p:txBody>
          <a:bodyPr wrap="square" anchor="t" lIns="0" rIns="0" tIns="0" bIns="0">
            <a:spAutoFit/>
          </a:bodyPr>
          <a:lstStyle/>
          <a:p>
            <a:pPr algn="l">
              <a:lnSpc>
                <a:spcPct val="110000"/>
              </a:lnSpc>
              <a:spcAft>
                <a:spcPts val="300"/>
              </a:spcAft>
            </a:pPr>
            <a:r>
              <a:rPr sz="1200" b="0" i="0">
                <a:solidFill>
                  <a:srgbClr val="FFFFFF"/>
                </a:solidFill>
                <a:latin typeface="Arial"/>
              </a:rPr>
              <a:t>Leave it provisioned tonight. This account closes after the event, so follow the Quickstart to make your own, then erase, reboot and provision again.</a:t>
            </a:r>
          </a:p>
        </p:txBody>
      </p:sp>
      <p:sp>
        <p:nvSpPr>
          <p:cNvPr id="9007" name="TextBox 9006"/>
          <p:cNvSpPr txBox="1"/>
          <p:nvPr/>
        </p:nvSpPr>
        <p:spPr>
          <a:xfrm>
            <a:off x="457200" y="3063240"/>
            <a:ext cx="8229600" cy="822960"/>
          </a:xfrm>
          <a:prstGeom prst="rect">
            <a:avLst/>
          </a:prstGeom>
          <a:noFill/>
        </p:spPr>
        <p:txBody>
          <a:bodyPr wrap="square" anchor="t" lIns="0" rIns="0" tIns="0" bIns="0">
            <a:spAutoFit/>
          </a:bodyPr>
          <a:lstStyle/>
          <a:p>
            <a:pPr algn="l">
              <a:lnSpc>
                <a:spcPct val="110000"/>
              </a:lnSpc>
              <a:spcAft>
                <a:spcPts val="0"/>
              </a:spcAft>
            </a:pPr>
            <a:r>
              <a:rPr sz="1800" b="1" i="0">
                <a:solidFill>
                  <a:srgbClr val="000000"/>
                </a:solidFill>
                <a:latin typeface="Arial"/>
              </a:rPr>
              <a:t>Thank you. You pushed three models to a microcontroller today, and it never rebooted.</a:t>
            </a:r>
          </a:p>
        </p:txBody>
      </p:sp>
      <p:sp>
        <p:nvSpPr>
          <p:cNvPr id="9008" name="TextBox 9007"/>
          <p:cNvSpPr txBox="1"/>
          <p:nvPr/>
        </p:nvSpPr>
        <p:spPr>
          <a:xfrm>
            <a:off x="457200" y="4828032"/>
            <a:ext cx="5486400" cy="201168"/>
          </a:xfrm>
          <a:prstGeom prst="rect">
            <a:avLst/>
          </a:prstGeom>
          <a:noFill/>
        </p:spPr>
        <p:txBody>
          <a:bodyPr wrap="square" anchor="t" lIns="0" rIns="0" tIns="0" bIns="0">
            <a:spAutoFit/>
          </a:bodyPr>
          <a:lstStyle/>
          <a:p>
            <a:pPr algn="l">
              <a:lnSpc>
                <a:spcPct val="110000"/>
              </a:lnSpc>
              <a:spcAft>
                <a:spcPts val="0"/>
              </a:spcAft>
            </a:pPr>
            <a:r>
              <a:rPr sz="800" b="0" i="0">
                <a:solidFill>
                  <a:srgbClr val="919191"/>
                </a:solidFill>
                <a:latin typeface="Arial"/>
              </a:rPr>
              <a:t>EK-RA8P1 · /IOTCONNECT workshop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Avnet Templates - 1 Line">
  <a:themeElements>
    <a:clrScheme name="Avnet Colors (2021)">
      <a:dk1>
        <a:srgbClr val="000000"/>
      </a:dk1>
      <a:lt1>
        <a:srgbClr val="FFFFFF"/>
      </a:lt1>
      <a:dk2>
        <a:srgbClr val="368748"/>
      </a:dk2>
      <a:lt2>
        <a:srgbClr val="4273B8"/>
      </a:lt2>
      <a:accent1>
        <a:srgbClr val="41C363"/>
      </a:accent1>
      <a:accent2>
        <a:srgbClr val="7DCEF1"/>
      </a:accent2>
      <a:accent3>
        <a:srgbClr val="FDB813"/>
      </a:accent3>
      <a:accent4>
        <a:srgbClr val="D2D2D2"/>
      </a:accent4>
      <a:accent5>
        <a:srgbClr val="919191"/>
      </a:accent5>
      <a:accent6>
        <a:srgbClr val="5F6369"/>
      </a:accent6>
      <a:hlink>
        <a:srgbClr val="41C363"/>
      </a:hlink>
      <a:folHlink>
        <a:srgbClr val="41C3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spPr>
      <a:bodyPr wrap="square" rtlCol="0" anchor="ctr" anchorCtr="0">
        <a:noAutofit/>
      </a:bodyPr>
      <a:lstStyle>
        <a:defPPr>
          <a:defRPr sz="1600" dirty="0" err="1">
            <a:solidFill>
              <a:schemeClr val="bg1"/>
            </a:solidFill>
          </a:defRPr>
        </a:defPPr>
      </a:lstStyle>
    </a:spDef>
    <a:lnDef>
      <a:spPr>
        <a:ln w="6350">
          <a:solidFill>
            <a:schemeClr val="tx1"/>
          </a:solidFill>
          <a:prstDash val="solid"/>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bodyPr wrap="square" rtlCol="0">
        <a:spAutoFit/>
      </a:bodyPr>
      <a:lstStyle>
        <a:defPPr algn="l">
          <a:defRPr sz="16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2026 Avnet PowerPoint Template" id="{51947793-6DFA-4987-A020-95F0C646601C}" vid="{AEDFF09E-6F38-4FC6-9FDB-C0D8278F082D}"/>
    </a:ext>
  </a:extLst>
</a:theme>
</file>

<file path=ppt/theme/theme2.xml><?xml version="1.0" encoding="utf-8"?>
<a:theme xmlns:a="http://schemas.openxmlformats.org/drawingml/2006/main" name="Avnet Templates - 2 Line">
  <a:themeElements>
    <a:clrScheme name="Avnet Colors (2021)">
      <a:dk1>
        <a:srgbClr val="000000"/>
      </a:dk1>
      <a:lt1>
        <a:srgbClr val="FFFFFF"/>
      </a:lt1>
      <a:dk2>
        <a:srgbClr val="368748"/>
      </a:dk2>
      <a:lt2>
        <a:srgbClr val="4273B8"/>
      </a:lt2>
      <a:accent1>
        <a:srgbClr val="41C363"/>
      </a:accent1>
      <a:accent2>
        <a:srgbClr val="7DCEF1"/>
      </a:accent2>
      <a:accent3>
        <a:srgbClr val="FDB813"/>
      </a:accent3>
      <a:accent4>
        <a:srgbClr val="D2D2D2"/>
      </a:accent4>
      <a:accent5>
        <a:srgbClr val="919191"/>
      </a:accent5>
      <a:accent6>
        <a:srgbClr val="5F6369"/>
      </a:accent6>
      <a:hlink>
        <a:srgbClr val="41C363"/>
      </a:hlink>
      <a:folHlink>
        <a:srgbClr val="41C3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spPr>
      <a:bodyPr wrap="square" rtlCol="0" anchor="ctr" anchorCtr="0">
        <a:noAutofit/>
      </a:bodyPr>
      <a:lstStyle>
        <a:defPPr>
          <a:defRPr sz="1600" dirty="0" err="1">
            <a:solidFill>
              <a:schemeClr val="bg1"/>
            </a:solidFill>
          </a:defRPr>
        </a:defPPr>
      </a:lstStyle>
    </a:spDef>
    <a:lnDef>
      <a:spPr>
        <a:ln w="6350">
          <a:solidFill>
            <a:schemeClr val="tx1"/>
          </a:solidFill>
          <a:prstDash val="solid"/>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bodyPr wrap="square" rtlCol="0">
        <a:spAutoFit/>
      </a:bodyPr>
      <a:lstStyle>
        <a:defPPr algn="l">
          <a:defRPr sz="16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2026 Avnet PowerPoint Template" id="{51947793-6DFA-4987-A020-95F0C646601C}" vid="{CF229C6A-9D41-4F09-951D-BC96A46B9FE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sset_x0020_Type xmlns="6e5ca23c-773e-45fa-9179-d450d5ed4dc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8206BF1EA2CD41B32C08CA47A89AB2" ma:contentTypeVersion="4" ma:contentTypeDescription="Create a new document." ma:contentTypeScope="" ma:versionID="1079278499e448c9cc7097014ec68f84">
  <xsd:schema xmlns:xsd="http://www.w3.org/2001/XMLSchema" xmlns:xs="http://www.w3.org/2001/XMLSchema" xmlns:p="http://schemas.microsoft.com/office/2006/metadata/properties" xmlns:ns2="6e5ca23c-773e-45fa-9179-d450d5ed4dcf" targetNamespace="http://schemas.microsoft.com/office/2006/metadata/properties" ma:root="true" ma:fieldsID="fc3f18e6ad97139fbc526a5d374f72bd" ns2:_="">
    <xsd:import namespace="6e5ca23c-773e-45fa-9179-d450d5ed4dcf"/>
    <xsd:element name="properties">
      <xsd:complexType>
        <xsd:sequence>
          <xsd:element name="documentManagement">
            <xsd:complexType>
              <xsd:all>
                <xsd:element ref="ns2:Asset_x0020_Type"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5ca23c-773e-45fa-9179-d450d5ed4dcf" elementFormDefault="qualified">
    <xsd:import namespace="http://schemas.microsoft.com/office/2006/documentManagement/types"/>
    <xsd:import namespace="http://schemas.microsoft.com/office/infopath/2007/PartnerControls"/>
    <xsd:element name="Asset_x0020_Type" ma:index="8" nillable="true" ma:displayName="Asset Type" ma:description="Asset Type" ma:format="Dropdown" ma:internalName="Asset_x0020_Type">
      <xsd:simpleType>
        <xsd:restriction base="dms:Choice">
          <xsd:enumeration value="Logo"/>
          <xsd:enumeration value="Icon"/>
          <xsd:enumeration value="Background"/>
          <xsd:enumeration value="Marketing Image"/>
          <xsd:enumeration value="Product Image"/>
          <xsd:enumeration value="Banner"/>
          <xsd:enumeration value="Diagram"/>
          <xsd:enumeration value="Illustration"/>
          <xsd:enumeration value="Template"/>
          <xsd:enumeration value="Font"/>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26007F-6C86-4E66-B585-2E18E7BE61AE}">
  <ds:schemaRefs>
    <ds:schemaRef ds:uri="http://schemas.microsoft.com/office/infopath/2007/PartnerControls"/>
    <ds:schemaRef ds:uri="http://purl.org/dc/elements/1.1/"/>
    <ds:schemaRef ds:uri="http://schemas.microsoft.com/office/2006/metadata/properties"/>
    <ds:schemaRef ds:uri="9e7f6c11-5f0b-401a-b0a8-7c960500610f"/>
    <ds:schemaRef ds:uri="http://schemas.microsoft.com/office/2006/documentManagement/types"/>
    <ds:schemaRef ds:uri="http://purl.org/dc/terms/"/>
    <ds:schemaRef ds:uri="http://schemas.openxmlformats.org/package/2006/metadata/core-properties"/>
    <ds:schemaRef ds:uri="http://purl.org/dc/dcmitype/"/>
    <ds:schemaRef ds:uri="20255d2f-d1e9-4d3b-b164-136d7ec90006"/>
    <ds:schemaRef ds:uri="http://www.w3.org/XML/1998/namespace"/>
    <ds:schemaRef ds:uri="6e5ca23c-773e-45fa-9179-d450d5ed4dcf"/>
  </ds:schemaRefs>
</ds:datastoreItem>
</file>

<file path=customXml/itemProps2.xml><?xml version="1.0" encoding="utf-8"?>
<ds:datastoreItem xmlns:ds="http://schemas.openxmlformats.org/officeDocument/2006/customXml" ds:itemID="{29FDA372-888D-455B-90EA-715794E71B7B}">
  <ds:schemaRefs>
    <ds:schemaRef ds:uri="http://schemas.microsoft.com/sharepoint/v3/contenttype/forms"/>
  </ds:schemaRefs>
</ds:datastoreItem>
</file>

<file path=customXml/itemProps3.xml><?xml version="1.0" encoding="utf-8"?>
<ds:datastoreItem xmlns:ds="http://schemas.openxmlformats.org/officeDocument/2006/customXml" ds:itemID="{AB19413C-47B1-48A9-9A01-4E6ECDCB05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5ca23c-773e-45fa-9179-d450d5ed4d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2026 Avnet PowerPoint Template</Template>
  <TotalTime>0</TotalTime>
  <Words>915</Words>
  <Application>Microsoft Office PowerPoint</Application>
  <PresentationFormat>On-screen Show (16:9)</PresentationFormat>
  <Paragraphs>309</Paragraphs>
  <Slides>40</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40</vt:i4>
      </vt:variant>
    </vt:vector>
  </HeadingPairs>
  <TitlesOfParts>
    <vt:vector size="47" baseType="lpstr">
      <vt:lpstr>Arial</vt:lpstr>
      <vt:lpstr>Arial Narrow</vt:lpstr>
      <vt:lpstr>Calibri</vt:lpstr>
      <vt:lpstr>System Font Regular</vt:lpstr>
      <vt:lpstr>Wingdings</vt:lpstr>
      <vt:lpstr>Avnet Templates - 1 Line</vt:lpstr>
      <vt:lpstr>Avnet Templates - 2 Line</vt:lpstr>
      <vt:lpstr>New PowerPoint template – What’s changed?</vt:lpstr>
      <vt:lpstr>1-line headline</vt:lpstr>
      <vt:lpstr>PowerPoint Presentation</vt:lpstr>
      <vt:lpstr>1-line headline</vt:lpstr>
      <vt:lpstr>Headline</vt:lpstr>
      <vt:lpstr>Headline</vt:lpstr>
      <vt:lpstr>Agenda</vt:lpstr>
      <vt:lpstr>PowerPoint Presentation</vt:lpstr>
      <vt:lpstr>PowerPoint Presentation</vt:lpstr>
      <vt:lpstr>PowerPoint Presentation</vt:lpstr>
      <vt:lpstr>1-line headline</vt:lpstr>
      <vt:lpstr>2-line headline</vt:lpstr>
      <vt:lpstr>1-line headline</vt:lpstr>
      <vt:lpstr>2-line headline</vt:lpstr>
      <vt:lpstr>1-line headline</vt:lpstr>
      <vt:lpstr>2-line headline</vt:lpstr>
      <vt:lpstr>1-line headline</vt:lpstr>
      <vt:lpstr>2-line headline</vt:lpstr>
      <vt:lpstr>“Enter quote here…”</vt:lpstr>
      <vt:lpstr>1-line headline</vt:lpstr>
      <vt:lpstr>1-line headline</vt:lpstr>
      <vt:lpstr>1-line headline</vt:lpstr>
      <vt:lpstr>1-line headline</vt:lpstr>
      <vt:lpstr>1-line headline</vt:lpstr>
      <vt:lpstr>1-line headline</vt:lpstr>
      <vt:lpstr>Pie chart</vt:lpstr>
      <vt:lpstr>Pie chart with text </vt:lpstr>
      <vt:lpstr>Column chart</vt:lpstr>
      <vt:lpstr>Column chart</vt:lpstr>
      <vt:lpstr>Column chart</vt:lpstr>
      <vt:lpstr>Table sample</vt:lpstr>
      <vt:lpstr>Org chart sample – general</vt:lpstr>
      <vt:lpstr>Org chart sample – leadership</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Avnet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Lamp, Michael</dc:creator>
  <cp:lastModifiedBy>Lamp, Michael</cp:lastModifiedBy>
  <cp:revision>1</cp:revision>
  <cp:lastPrinted>2021-10-21T16:23:04Z</cp:lastPrinted>
  <dcterms:created xsi:type="dcterms:W3CDTF">2026-09-08T15:43:27Z</dcterms:created>
  <dcterms:modified xsi:type="dcterms:W3CDTF">2026-09-08T15:43:52Z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0x010100B88206BF1EA2CD41B32C08CA47A89AB2</vt:lpwstr>
  </property>
  <property fmtid="{D5CDD505-2E9C-101B-9397-08002B2CF9AE}" pid="3" name="MediaServiceImageTags">
    <vt:lpwstr/>
  </property>
</Properties>
</file>