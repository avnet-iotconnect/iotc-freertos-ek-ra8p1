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10.svg" ContentType="image/svg+xml"/>
  <Override PartName="/ppt/media/image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30" r:id="rId5"/>
  </p:sldMasterIdLst>
  <p:notesMasterIdLst>
    <p:notesMasterId r:id="rId46"/>
  </p:notesMasterIdLst>
  <p:handoutMasterIdLst>
    <p:handoutMasterId r:id="rId47"/>
  </p:handout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Lst>
  <p:sldSz cx="9144000" cy="5143500" type="screen16x9"/>
  <p:notesSz cx="9601200" cy="7315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3064">
          <p15:clr>
            <a:srgbClr val="A4A3A4"/>
          </p15:clr>
        </p15:guide>
        <p15:guide id="13" pos="547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8320"/>
    <a:srgbClr val="FDB913"/>
    <a:srgbClr val="3A863E"/>
    <a:srgbClr val="4273B8"/>
    <a:srgbClr val="2E74BE"/>
    <a:srgbClr val="41C363"/>
    <a:srgbClr val="5F6369"/>
    <a:srgbClr val="7DCE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7648" autoAdjust="0"/>
  </p:normalViewPr>
  <p:slideViewPr>
    <p:cSldViewPr snapToGrid="0" showGuides="1">
      <p:cViewPr varScale="1">
        <p:scale>
          <a:sx n="146" d="100"/>
          <a:sy n="146" d="100"/>
        </p:scale>
        <p:origin x="630" y="114"/>
      </p:cViewPr>
      <p:guideLst>
        <p:guide orient="horz" pos="3064"/>
        <p:guide pos="5472"/>
      </p:guideLst>
    </p:cSldViewPr>
  </p:slideViewPr>
  <p:outlineViewPr>
    <p:cViewPr>
      <p:scale>
        <a:sx n="33" d="100"/>
        <a:sy n="33" d="100"/>
      </p:scale>
      <p:origin x="0" y="-15352"/>
    </p:cViewPr>
  </p:outlineViewPr>
  <p:notesTextViewPr>
    <p:cViewPr>
      <p:scale>
        <a:sx n="1" d="1"/>
        <a:sy n="1" d="1"/>
      </p:scale>
      <p:origin x="0" y="0"/>
    </p:cViewPr>
  </p:notesTextViewPr>
  <p:sorterViewPr>
    <p:cViewPr>
      <p:scale>
        <a:sx n="178" d="100"/>
        <a:sy n="178" d="100"/>
      </p:scale>
      <p:origin x="0" y="0"/>
    </p:cViewPr>
  </p:sorterViewPr>
  <p:notesViewPr>
    <p:cSldViewPr snapToGrid="0">
      <p:cViewPr varScale="1">
        <p:scale>
          <a:sx n="101" d="100"/>
          <a:sy n="101" d="100"/>
        </p:scale>
        <p:origin x="2688" y="9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60774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5438458" y="0"/>
            <a:ext cx="4160520" cy="365760"/>
          </a:xfrm>
          <a:prstGeom prst="rect">
            <a:avLst/>
          </a:prstGeom>
        </p:spPr>
        <p:txBody>
          <a:bodyPr vert="horz" lIns="96661" tIns="48331" rIns="96661" bIns="48331" rtlCol="0"/>
          <a:lstStyle>
            <a:lvl1pPr algn="r">
              <a:defRPr sz="1300"/>
            </a:lvl1pPr>
          </a:lstStyle>
          <a:p>
            <a:fld id="{204C38B3-6D01-485C-BB3B-7B7EB9F871A8}" type="datetimeFigureOut">
              <a:rPr lang="en-US" smtClean="0"/>
              <a:pPr/>
              <a:t>9/8/2026</a:t>
            </a:fld>
            <a:endParaRPr lang="en-US"/>
          </a:p>
        </p:txBody>
      </p:sp>
      <p:sp>
        <p:nvSpPr>
          <p:cNvPr id="4" name="Slide Image Placeholder 3"/>
          <p:cNvSpPr>
            <a:spLocks noGrp="1" noRot="1" noChangeAspect="1"/>
          </p:cNvSpPr>
          <p:nvPr>
            <p:ph type="sldImg" idx="2"/>
          </p:nvPr>
        </p:nvSpPr>
        <p:spPr>
          <a:xfrm>
            <a:off x="2362200" y="549275"/>
            <a:ext cx="4876800" cy="274320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960120" y="3474720"/>
            <a:ext cx="7680960" cy="32918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948171"/>
            <a:ext cx="4160520" cy="3657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5438458" y="6948171"/>
            <a:ext cx="4160520" cy="365760"/>
          </a:xfrm>
          <a:prstGeom prst="rect">
            <a:avLst/>
          </a:prstGeom>
        </p:spPr>
        <p:txBody>
          <a:bodyPr vert="horz" lIns="96661" tIns="48331" rIns="96661" bIns="48331" rtlCol="0" anchor="b"/>
          <a:lstStyle>
            <a:lvl1pPr algn="r">
              <a:defRPr sz="1300"/>
            </a:lvl1pPr>
          </a:lstStyle>
          <a:p>
            <a:fld id="{2504FB8E-87F6-4D2D-9C11-6827051D08EC}" type="slidenum">
              <a:rPr lang="en-US" smtClean="0"/>
              <a:pPr/>
              <a:t>‹#›</a:t>
            </a:fld>
            <a:endParaRPr lang="en-US"/>
          </a:p>
        </p:txBody>
      </p:sp>
    </p:spTree>
    <p:extLst>
      <p:ext uri="{BB962C8B-B14F-4D97-AF65-F5344CB8AC3E}">
        <p14:creationId xmlns:p14="http://schemas.microsoft.com/office/powerpoint/2010/main" val="22881600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Plug in now: Ethernet first, then USB-C to DEBUG1. The boards are already provisioned, so they connect to the cloud while we talk. Everyone should have a board, an LCD, two cables and a seat card; the seat number on the card matches the sticker on the board. The Wi-Fi details and the console URL are on the whiteboard. Ten minutes of talking, forty-five at your board, five to close.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outcomes. Find: the board is already provisioned, so your job is to find it in the cloud and confirm it is alive. Push: the same board becomes a face detector, then an ImageNet classifier, then an occupancy sensor, purely by deploying models from AI Model Management. Prove: uptime never resets, and after a power cycle the board boots straight into the model you chose. The strip is the hour. Ten minutes of me, forty-five of you.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each item. The boards were provisioned before the session, so nobody types a certificate today. USB-C powers the board; the serial console on the same port is optional and only for people who want to see the log. The seat card is the source of truth: device ID, dashboard name, login.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cards are the usual case for edge AI on an MCU. The third is why we are here. A model is not firmware: it changes on a different cadence, owned by a different team, and it is a data file. If updating it means a firmware release and a reflash, the model never gets updated. Today you will treat the model as a managed asset in the cloud, push it, and watch the device swap it in while it keeps running.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numbers that matter today. One megabyte of code flash: this image has no built-in model, so the first model your board runs will come from the cloud. Sixty-four megabytes of external flash: that is where the credentials and your pushed model live, and why both survive a power cycle. The NPU does the inference; the M85 does everything else. Four threads: camera, inference, display, network. The network thread holds an MQTT session to /IOTCONNECT and that is where the push arrives.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once, plainly, then do it for real in Lab B. The claim is checkable on three widgets: the Uptime tile never resets, the Model Source card says cloud and then flash, and the inference-time chart steps as the model changes.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mechanism, in one pass, before you do it. One: the deploy is an ordinary cloud-to-device command on the MQTT session the board already holds, with a pre-signed URL. Two: a second TLS session downloads the file into SDRAM, not into the running model's memory. Three: the envelope is checked, magic, length, CRC, and a trial load reads the input tensor shape to decide which family the model is. Four: the inference thread swaps between two frames: destroy the interpreter, construct a new one over the same arena. Five: the file goes to a raw slot in external flash and is read back at boot. Any failure leaves the previous model running.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Gate here: nobody starts Lab B until their dashboard shows Connected and Camera FPS at 55. A board that is not connected after two minutes gets swapped for a spare immediately; helpers carry them. No debugging at the seat in a one-hour format. Inference at zero is expected: the boards arrive with no model.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it on the big screen first with your own board: AI Models, Face Detect, Deploy, pick the presenter device, dispatch, and let the room watch the dashboard change. Then let them go. Deploy to your own device only: check the device ID in the dialog before you click. The snapshot is worth a sentence: the board draws the boxes, PNG-encodes the frame and signs the S3 upload itself on the microcontroller. When most of the room has a box on a face, move to Lab 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models, three tasks, one firmware. The names in the first column are exactly what you see in the deploy list. Inference times are measured on this hardware; the spread from one and a half milliseconds to forty is what makes the inference-time chart on the dashboard interesting. Classifier v2 is the one to push first in Lab C: seven times the face detector, absorbed live.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Push the classifier on your own board first and hold up a mug on the big screen, then let them go. Confidence between thirty and sixty percent is a softmax over a thousand classes; the label being right is the point. Single objects, centred, close to the lens. Do C4 together as a room: everybody unplugs, counts to three, plugs in, and watches Model Source change to flash. That is the applause moment. Model Revert clears the stored model rather than restoring a built-in one; after a revert inference idles until the next push.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Lab C with this once most of the room has done the power cycle. Each number is something they saw on their own dashboard in the last half hour. The seven-times figure is the workload jump between the face detector and Classifier v2. Zero reboots is the Uptime tile. Three tasks is the same firmware that was flashed before the session. Every board in this room did this at the same time from the same AI Models entry: that is what fleet rollout looks like.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path from your own network to a deploy button: quantize to int8 with one of the three input shapes, compile with Vela for the 256-MAC Ethos-U55, wrap it with the thirty-line pack_model.py, upload under AI Models, deploy. The three cards at the bottom are where to go next; the repository holds all of it, including these workshop materials and the full two-and-a-half-hour version with provisioning and live video.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which card applies before anyone stands up. If boards are collected, the erase matters only if attendees opened a console; otherwise the facilitator erases later. If boards go home, remind people the account is temporary and the Quickstart covers making their own. Collect seat cards; they carry a login.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The repository URL is on the whiteboard; the full workshop, the quickstart and the developer guide are all in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1.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10.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1.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10.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1.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10.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eg"/><Relationship Id="rId3"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eg"/><Relationship Id="rId3" Type="http://schemas.openxmlformats.org/officeDocument/2006/relationships/image" Target="../media/image4.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 2/3 Bleed Image - 1 Lin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1738745"/>
            <a:ext cx="9144000" cy="3404754"/>
          </a:xfrm>
          <a:prstGeom prst="rect">
            <a:avLst/>
          </a:prstGeom>
          <a:solidFill>
            <a:schemeClr val="accent6">
              <a:alpha val="30000"/>
            </a:schemeClr>
          </a:solidFill>
        </p:spPr>
        <p:txBody>
          <a:bodyPr tIns="914400" bIns="0" anchor="ctr" anchorCtr="0">
            <a:no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6" name="Text Placeholder 5">
            <a:extLst>
              <a:ext uri="{FF2B5EF4-FFF2-40B4-BE49-F238E27FC236}">
                <a16:creationId xmlns:a16="http://schemas.microsoft.com/office/drawing/2014/main" id="{8B49E139-ED80-4E3A-817B-42F21564837D}"/>
              </a:ext>
            </a:extLst>
          </p:cNvPr>
          <p:cNvSpPr>
            <a:spLocks noGrp="1"/>
          </p:cNvSpPr>
          <p:nvPr>
            <p:ph type="body" sz="quarter" idx="11"/>
          </p:nvPr>
        </p:nvSpPr>
        <p:spPr>
          <a:xfrm>
            <a:off x="460770" y="975360"/>
            <a:ext cx="7842155" cy="254000"/>
          </a:xfrm>
          <a:prstGeom prst="rect">
            <a:avLst/>
          </a:prstGeom>
        </p:spPr>
        <p:txBody>
          <a:bodyPr lIns="0" tIns="0" rIns="0" bIns="0">
            <a:noAutofit/>
          </a:bodyPr>
          <a:lstStyle>
            <a:lvl1pPr>
              <a:defRPr sz="1600" b="0">
                <a:solidFill>
                  <a:schemeClr val="accent1"/>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 name="Title Placeholder 1">
            <a:extLst>
              <a:ext uri="{FF2B5EF4-FFF2-40B4-BE49-F238E27FC236}">
                <a16:creationId xmlns:a16="http://schemas.microsoft.com/office/drawing/2014/main" id="{79CB2938-7BA3-4BD8-79D0-37B4C0BE2ABE}"/>
              </a:ext>
            </a:extLst>
          </p:cNvPr>
          <p:cNvSpPr>
            <a:spLocks noGrp="1"/>
          </p:cNvSpPr>
          <p:nvPr>
            <p:ph type="title" hasCustomPrompt="1"/>
          </p:nvPr>
        </p:nvSpPr>
        <p:spPr>
          <a:xfrm>
            <a:off x="457198" y="292608"/>
            <a:ext cx="6826471" cy="419747"/>
          </a:xfrm>
          <a:prstGeom prst="rect">
            <a:avLst/>
          </a:prstGeom>
        </p:spPr>
        <p:txBody>
          <a:bodyPr vert="horz" wrap="square" lIns="0" tIns="0" rIns="0" bIns="0" rtlCol="0" anchor="t" anchorCtr="0">
            <a:noAutofit/>
          </a:bodyPr>
          <a:lstStyle>
            <a:lvl1pPr>
              <a:defRPr>
                <a:solidFill>
                  <a:schemeClr val="tx1"/>
                </a:solidFill>
              </a:defRPr>
            </a:lvl1pPr>
          </a:lstStyle>
          <a:p>
            <a:r>
              <a:rPr lang="en-US" dirty="0"/>
              <a:t>1-line headline</a:t>
            </a:r>
          </a:p>
        </p:txBody>
      </p:sp>
      <p:sp>
        <p:nvSpPr>
          <p:cNvPr id="7" name="Text Placeholder 11">
            <a:extLst>
              <a:ext uri="{FF2B5EF4-FFF2-40B4-BE49-F238E27FC236}">
                <a16:creationId xmlns:a16="http://schemas.microsoft.com/office/drawing/2014/main" id="{4613BC77-3210-B9BA-C4F1-001EDD54AC39}"/>
              </a:ext>
            </a:extLst>
          </p:cNvPr>
          <p:cNvSpPr>
            <a:spLocks noGrp="1"/>
          </p:cNvSpPr>
          <p:nvPr>
            <p:ph type="body" sz="quarter" idx="12" hasCustomPrompt="1"/>
          </p:nvPr>
        </p:nvSpPr>
        <p:spPr>
          <a:xfrm>
            <a:off x="457200" y="1378517"/>
            <a:ext cx="4114800" cy="156523"/>
          </a:xfrm>
        </p:spPr>
        <p:txBody>
          <a:bodyPr anchor="b"/>
          <a:lstStyle>
            <a:lvl1pPr indent="0">
              <a:defRPr sz="1000" b="0">
                <a:solidFill>
                  <a:schemeClr val="tx1"/>
                </a:solidFill>
                <a:latin typeface="+mn-lt"/>
              </a:defRPr>
            </a:lvl1pPr>
            <a:lvl2pPr indent="0">
              <a:defRPr sz="1000">
                <a:solidFill>
                  <a:schemeClr val="tx1"/>
                </a:solidFill>
                <a:latin typeface="+mn-lt"/>
              </a:defRPr>
            </a:lvl2pPr>
            <a:lvl3pPr indent="0">
              <a:defRPr sz="1000">
                <a:solidFill>
                  <a:schemeClr val="tx1"/>
                </a:solidFill>
                <a:latin typeface="+mn-lt"/>
              </a:defRPr>
            </a:lvl3pPr>
            <a:lvl4pPr indent="0">
              <a:defRPr sz="1000">
                <a:solidFill>
                  <a:schemeClr val="tx1"/>
                </a:solidFill>
                <a:latin typeface="+mn-lt"/>
              </a:defRPr>
            </a:lvl4pPr>
            <a:lvl5pPr indent="0">
              <a:defRPr sz="1000">
                <a:solidFill>
                  <a:schemeClr val="tx1"/>
                </a:solidFill>
                <a:latin typeface="+mn-lt"/>
              </a:defRPr>
            </a:lvl5pPr>
          </a:lstStyle>
          <a:p>
            <a:pPr lvl="0"/>
            <a:r>
              <a:rPr lang="en-US" dirty="0"/>
              <a:t>MM.DD.YYYY  |  Presenter’s Name, Title (optional)</a:t>
            </a:r>
          </a:p>
        </p:txBody>
      </p:sp>
      <p:cxnSp>
        <p:nvCxnSpPr>
          <p:cNvPr id="12" name="Straight Connector 11">
            <a:extLst>
              <a:ext uri="{FF2B5EF4-FFF2-40B4-BE49-F238E27FC236}">
                <a16:creationId xmlns:a16="http://schemas.microsoft.com/office/drawing/2014/main" id="{9307E305-C366-22D6-63B7-8D685681CB9F}"/>
              </a:ext>
            </a:extLst>
          </p:cNvPr>
          <p:cNvCxnSpPr>
            <a:cxnSpLocks/>
          </p:cNvCxnSpPr>
          <p:nvPr userDrawn="1"/>
        </p:nvCxnSpPr>
        <p:spPr>
          <a:xfrm>
            <a:off x="457199" y="699391"/>
            <a:ext cx="6911341"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9" name="Graphic 8">
            <a:extLst>
              <a:ext uri="{FF2B5EF4-FFF2-40B4-BE49-F238E27FC236}">
                <a16:creationId xmlns:a16="http://schemas.microsoft.com/office/drawing/2014/main" id="{59C0E3B7-E49C-7FB2-4CD4-9997373851E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552944" y="73152"/>
            <a:ext cx="1634490" cy="594360"/>
          </a:xfrm>
          <a:prstGeom prst="rect">
            <a:avLst/>
          </a:prstGeom>
        </p:spPr>
      </p:pic>
    </p:spTree>
    <p:extLst>
      <p:ext uri="{BB962C8B-B14F-4D97-AF65-F5344CB8AC3E}">
        <p14:creationId xmlns:p14="http://schemas.microsoft.com/office/powerpoint/2010/main" val="635699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Cover - Full Bleed Image - 1 Lin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1"/>
            <a:ext cx="9144000" cy="5143499"/>
          </a:xfrm>
          <a:prstGeom prst="rect">
            <a:avLst/>
          </a:prstGeom>
          <a:solidFill>
            <a:schemeClr val="accent6">
              <a:alpha val="30000"/>
            </a:schemeClr>
          </a:solidFill>
        </p:spPr>
        <p:txBody>
          <a:bodyPr tIns="914400" bIns="0" anchor="ctr" anchorCtr="0">
            <a:no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6" name="Text Placeholder 5">
            <a:extLst>
              <a:ext uri="{FF2B5EF4-FFF2-40B4-BE49-F238E27FC236}">
                <a16:creationId xmlns:a16="http://schemas.microsoft.com/office/drawing/2014/main" id="{8B49E139-ED80-4E3A-817B-42F21564837D}"/>
              </a:ext>
            </a:extLst>
          </p:cNvPr>
          <p:cNvSpPr>
            <a:spLocks noGrp="1"/>
          </p:cNvSpPr>
          <p:nvPr>
            <p:ph type="body" sz="quarter" idx="11"/>
          </p:nvPr>
        </p:nvSpPr>
        <p:spPr>
          <a:xfrm>
            <a:off x="460771" y="4012157"/>
            <a:ext cx="6992576" cy="254000"/>
          </a:xfrm>
          <a:prstGeom prst="rect">
            <a:avLst/>
          </a:prstGeom>
        </p:spPr>
        <p:txBody>
          <a:bodyPr lIns="0" tIns="0" rIns="0" bIns="0">
            <a:noAutofit/>
          </a:bodyPr>
          <a:lstStyle>
            <a:lvl1pPr>
              <a:defRPr sz="1600" b="0">
                <a:solidFill>
                  <a:schemeClr val="accent1"/>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12" name="Text Placeholder 11">
            <a:extLst>
              <a:ext uri="{FF2B5EF4-FFF2-40B4-BE49-F238E27FC236}">
                <a16:creationId xmlns:a16="http://schemas.microsoft.com/office/drawing/2014/main" id="{04FDA2D4-B04F-4043-AA72-85D5593FAC83}"/>
              </a:ext>
            </a:extLst>
          </p:cNvPr>
          <p:cNvSpPr>
            <a:spLocks noGrp="1"/>
          </p:cNvSpPr>
          <p:nvPr>
            <p:ph type="body" sz="quarter" idx="12" hasCustomPrompt="1"/>
          </p:nvPr>
        </p:nvSpPr>
        <p:spPr>
          <a:xfrm>
            <a:off x="4572000" y="4374647"/>
            <a:ext cx="4114800" cy="431273"/>
          </a:xfrm>
        </p:spPr>
        <p:txBody>
          <a:bodyPr anchor="b"/>
          <a:lstStyle>
            <a:lvl1pPr indent="0" algn="r">
              <a:spcBef>
                <a:spcPts val="0"/>
              </a:spcBef>
              <a:spcAft>
                <a:spcPts val="0"/>
              </a:spcAft>
              <a:defRPr sz="1000" b="0">
                <a:solidFill>
                  <a:schemeClr val="bg1"/>
                </a:solidFill>
                <a:latin typeface="+mn-lt"/>
              </a:defRPr>
            </a:lvl1pPr>
            <a:lvl2pPr indent="0">
              <a:defRPr sz="1000">
                <a:solidFill>
                  <a:schemeClr val="tx1"/>
                </a:solidFill>
                <a:latin typeface="+mn-lt"/>
              </a:defRPr>
            </a:lvl2pPr>
            <a:lvl3pPr indent="0">
              <a:defRPr sz="1000">
                <a:solidFill>
                  <a:schemeClr val="tx1"/>
                </a:solidFill>
                <a:latin typeface="+mn-lt"/>
              </a:defRPr>
            </a:lvl3pPr>
            <a:lvl4pPr indent="0">
              <a:defRPr sz="1000">
                <a:solidFill>
                  <a:schemeClr val="tx1"/>
                </a:solidFill>
                <a:latin typeface="+mn-lt"/>
              </a:defRPr>
            </a:lvl4pPr>
            <a:lvl5pPr indent="0">
              <a:defRPr sz="1000">
                <a:solidFill>
                  <a:schemeClr val="tx1"/>
                </a:solidFill>
                <a:latin typeface="+mn-lt"/>
              </a:defRPr>
            </a:lvl5pPr>
          </a:lstStyle>
          <a:p>
            <a:pPr algn="r"/>
            <a:r>
              <a:rPr lang="en-US" sz="1000" b="0" dirty="0">
                <a:solidFill>
                  <a:schemeClr val="bg1"/>
                </a:solidFill>
                <a:latin typeface="Arial" panose="020B0604020202020204" pitchFamily="34" charset="0"/>
              </a:rPr>
              <a:t>XX.XX.XXXX</a:t>
            </a:r>
            <a:br>
              <a:rPr lang="en-US" sz="1000" b="0" dirty="0">
                <a:solidFill>
                  <a:schemeClr val="bg1"/>
                </a:solidFill>
                <a:latin typeface="Arial" panose="020B0604020202020204" pitchFamily="34" charset="0"/>
              </a:rPr>
            </a:br>
            <a:r>
              <a:rPr lang="en-US" sz="1000" b="0" dirty="0">
                <a:solidFill>
                  <a:schemeClr val="bg1"/>
                </a:solidFill>
                <a:latin typeface="Arial" panose="020B0604020202020204" pitchFamily="34" charset="0"/>
              </a:rPr>
              <a:t>Presenter Name, Title</a:t>
            </a:r>
          </a:p>
        </p:txBody>
      </p:sp>
      <p:sp>
        <p:nvSpPr>
          <p:cNvPr id="2" name="Title Placeholder 1">
            <a:extLst>
              <a:ext uri="{FF2B5EF4-FFF2-40B4-BE49-F238E27FC236}">
                <a16:creationId xmlns:a16="http://schemas.microsoft.com/office/drawing/2014/main" id="{79CB2938-7BA3-4BD8-79D0-37B4C0BE2ABE}"/>
              </a:ext>
            </a:extLst>
          </p:cNvPr>
          <p:cNvSpPr>
            <a:spLocks noGrp="1"/>
          </p:cNvSpPr>
          <p:nvPr>
            <p:ph type="title" hasCustomPrompt="1"/>
          </p:nvPr>
        </p:nvSpPr>
        <p:spPr>
          <a:xfrm>
            <a:off x="457199" y="3504323"/>
            <a:ext cx="6988630" cy="424699"/>
          </a:xfrm>
          <a:prstGeom prst="rect">
            <a:avLst/>
          </a:prstGeom>
        </p:spPr>
        <p:txBody>
          <a:bodyPr vert="horz" wrap="square" lIns="0" tIns="0" rIns="0" bIns="0" rtlCol="0" anchor="t" anchorCtr="0">
            <a:noAutofit/>
          </a:bodyPr>
          <a:lstStyle>
            <a:lvl1pPr>
              <a:defRPr>
                <a:solidFill>
                  <a:schemeClr val="bg1"/>
                </a:solidFill>
              </a:defRPr>
            </a:lvl1pPr>
          </a:lstStyle>
          <a:p>
            <a:r>
              <a:rPr lang="en-US" dirty="0"/>
              <a:t>1-line headline</a:t>
            </a:r>
          </a:p>
        </p:txBody>
      </p:sp>
    </p:spTree>
    <p:extLst>
      <p:ext uri="{BB962C8B-B14F-4D97-AF65-F5344CB8AC3E}">
        <p14:creationId xmlns:p14="http://schemas.microsoft.com/office/powerpoint/2010/main" val="179799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 2/3 Image - 1 Lin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1738745"/>
            <a:ext cx="9144000" cy="3404754"/>
          </a:xfrm>
          <a:prstGeom prst="rect">
            <a:avLst/>
          </a:prstGeom>
          <a:solidFill>
            <a:schemeClr val="accent6">
              <a:alpha val="30000"/>
            </a:schemeClr>
          </a:solidFill>
        </p:spPr>
        <p:txBody>
          <a:bodyPr tIns="914400" bIns="0" anchor="ctr" anchorCtr="0">
            <a:no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6" name="Text Placeholder 5">
            <a:extLst>
              <a:ext uri="{FF2B5EF4-FFF2-40B4-BE49-F238E27FC236}">
                <a16:creationId xmlns:a16="http://schemas.microsoft.com/office/drawing/2014/main" id="{8B49E139-ED80-4E3A-817B-42F21564837D}"/>
              </a:ext>
            </a:extLst>
          </p:cNvPr>
          <p:cNvSpPr>
            <a:spLocks noGrp="1"/>
          </p:cNvSpPr>
          <p:nvPr>
            <p:ph type="body" sz="quarter" idx="11"/>
          </p:nvPr>
        </p:nvSpPr>
        <p:spPr>
          <a:xfrm>
            <a:off x="460770" y="969264"/>
            <a:ext cx="7842155" cy="254000"/>
          </a:xfrm>
          <a:prstGeom prst="rect">
            <a:avLst/>
          </a:prstGeom>
        </p:spPr>
        <p:txBody>
          <a:bodyPr lIns="0" tIns="0" rIns="0" bIns="0">
            <a:noAutofit/>
          </a:bodyPr>
          <a:lstStyle>
            <a:lvl1pPr>
              <a:defRPr sz="1600" b="0">
                <a:solidFill>
                  <a:schemeClr val="accent1"/>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 name="Title Placeholder 1">
            <a:extLst>
              <a:ext uri="{FF2B5EF4-FFF2-40B4-BE49-F238E27FC236}">
                <a16:creationId xmlns:a16="http://schemas.microsoft.com/office/drawing/2014/main" id="{79CB2938-7BA3-4BD8-79D0-37B4C0BE2ABE}"/>
              </a:ext>
            </a:extLst>
          </p:cNvPr>
          <p:cNvSpPr>
            <a:spLocks noGrp="1"/>
          </p:cNvSpPr>
          <p:nvPr>
            <p:ph type="title" hasCustomPrompt="1"/>
          </p:nvPr>
        </p:nvSpPr>
        <p:spPr>
          <a:xfrm>
            <a:off x="457199" y="292608"/>
            <a:ext cx="6964880" cy="409067"/>
          </a:xfrm>
          <a:prstGeom prst="rect">
            <a:avLst/>
          </a:prstGeom>
        </p:spPr>
        <p:txBody>
          <a:bodyPr vert="horz" wrap="square" lIns="0" tIns="0" rIns="0" bIns="0" rtlCol="0" anchor="t" anchorCtr="0">
            <a:noAutofit/>
          </a:bodyPr>
          <a:lstStyle>
            <a:lvl1pPr>
              <a:defRPr>
                <a:solidFill>
                  <a:schemeClr val="tx1"/>
                </a:solidFill>
              </a:defRPr>
            </a:lvl1pPr>
          </a:lstStyle>
          <a:p>
            <a:r>
              <a:rPr lang="en-US" dirty="0"/>
              <a:t>1-line headline</a:t>
            </a:r>
          </a:p>
        </p:txBody>
      </p:sp>
      <p:sp>
        <p:nvSpPr>
          <p:cNvPr id="7" name="Text Placeholder 11">
            <a:extLst>
              <a:ext uri="{FF2B5EF4-FFF2-40B4-BE49-F238E27FC236}">
                <a16:creationId xmlns:a16="http://schemas.microsoft.com/office/drawing/2014/main" id="{4613BC77-3210-B9BA-C4F1-001EDD54AC39}"/>
              </a:ext>
            </a:extLst>
          </p:cNvPr>
          <p:cNvSpPr>
            <a:spLocks noGrp="1"/>
          </p:cNvSpPr>
          <p:nvPr>
            <p:ph type="body" sz="quarter" idx="12" hasCustomPrompt="1"/>
          </p:nvPr>
        </p:nvSpPr>
        <p:spPr>
          <a:xfrm>
            <a:off x="457200" y="1378517"/>
            <a:ext cx="4114800" cy="156523"/>
          </a:xfrm>
        </p:spPr>
        <p:txBody>
          <a:bodyPr anchor="b"/>
          <a:lstStyle>
            <a:lvl1pPr indent="0">
              <a:defRPr sz="1000" b="0">
                <a:solidFill>
                  <a:schemeClr val="tx1"/>
                </a:solidFill>
                <a:latin typeface="+mn-lt"/>
              </a:defRPr>
            </a:lvl1pPr>
            <a:lvl2pPr indent="0">
              <a:defRPr sz="1000">
                <a:solidFill>
                  <a:schemeClr val="tx1"/>
                </a:solidFill>
                <a:latin typeface="+mn-lt"/>
              </a:defRPr>
            </a:lvl2pPr>
            <a:lvl3pPr indent="0">
              <a:defRPr sz="1000">
                <a:solidFill>
                  <a:schemeClr val="tx1"/>
                </a:solidFill>
                <a:latin typeface="+mn-lt"/>
              </a:defRPr>
            </a:lvl3pPr>
            <a:lvl4pPr indent="0">
              <a:defRPr sz="1000">
                <a:solidFill>
                  <a:schemeClr val="tx1"/>
                </a:solidFill>
                <a:latin typeface="+mn-lt"/>
              </a:defRPr>
            </a:lvl4pPr>
            <a:lvl5pPr indent="0">
              <a:defRPr sz="1000">
                <a:solidFill>
                  <a:schemeClr val="tx1"/>
                </a:solidFill>
                <a:latin typeface="+mn-lt"/>
              </a:defRPr>
            </a:lvl5pPr>
          </a:lstStyle>
          <a:p>
            <a:pPr lvl="0"/>
            <a:r>
              <a:rPr lang="en-US" dirty="0"/>
              <a:t>MM.DD.YYYY  |  Presenter’s Name, Title (optional)</a:t>
            </a:r>
          </a:p>
        </p:txBody>
      </p:sp>
      <p:pic>
        <p:nvPicPr>
          <p:cNvPr id="13" name="Picture 12">
            <a:extLst>
              <a:ext uri="{FF2B5EF4-FFF2-40B4-BE49-F238E27FC236}">
                <a16:creationId xmlns:a16="http://schemas.microsoft.com/office/drawing/2014/main" id="{6B576425-608C-E83A-A1D2-25CD59EE303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3955" t="16604" r="12883" b="16939"/>
          <a:stretch/>
        </p:blipFill>
        <p:spPr>
          <a:xfrm>
            <a:off x="0" y="1725282"/>
            <a:ext cx="9144000" cy="3418217"/>
          </a:xfrm>
          <a:prstGeom prst="rect">
            <a:avLst/>
          </a:prstGeom>
        </p:spPr>
      </p:pic>
      <p:pic>
        <p:nvPicPr>
          <p:cNvPr id="3" name="Graphic 2">
            <a:extLst>
              <a:ext uri="{FF2B5EF4-FFF2-40B4-BE49-F238E27FC236}">
                <a16:creationId xmlns:a16="http://schemas.microsoft.com/office/drawing/2014/main" id="{3AF2498E-2511-30A1-BFD6-85BBBE6A603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52944" y="76241"/>
            <a:ext cx="1634490" cy="594360"/>
          </a:xfrm>
          <a:prstGeom prst="rect">
            <a:avLst/>
          </a:prstGeom>
        </p:spPr>
      </p:pic>
      <p:cxnSp>
        <p:nvCxnSpPr>
          <p:cNvPr id="4" name="Straight Connector 3">
            <a:extLst>
              <a:ext uri="{FF2B5EF4-FFF2-40B4-BE49-F238E27FC236}">
                <a16:creationId xmlns:a16="http://schemas.microsoft.com/office/drawing/2014/main" id="{DAE899ED-3C78-4EB4-75CD-856285ABD35E}"/>
              </a:ext>
            </a:extLst>
          </p:cNvPr>
          <p:cNvCxnSpPr>
            <a:cxnSpLocks/>
          </p:cNvCxnSpPr>
          <p:nvPr userDrawn="1"/>
        </p:nvCxnSpPr>
        <p:spPr>
          <a:xfrm>
            <a:off x="457199" y="699391"/>
            <a:ext cx="7038871"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0702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 Full Image - 1 Lin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840C4FC-AB0C-8242-61A1-4A0622145A8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3955" r="12883"/>
          <a:stretch/>
        </p:blipFill>
        <p:spPr>
          <a:xfrm>
            <a:off x="0" y="0"/>
            <a:ext cx="9144000" cy="5143500"/>
          </a:xfrm>
          <a:prstGeom prst="rect">
            <a:avLst/>
          </a:prstGeom>
        </p:spPr>
      </p:pic>
      <p:sp>
        <p:nvSpPr>
          <p:cNvPr id="6" name="Text Placeholder 5">
            <a:extLst>
              <a:ext uri="{FF2B5EF4-FFF2-40B4-BE49-F238E27FC236}">
                <a16:creationId xmlns:a16="http://schemas.microsoft.com/office/drawing/2014/main" id="{8B49E139-ED80-4E3A-817B-42F21564837D}"/>
              </a:ext>
            </a:extLst>
          </p:cNvPr>
          <p:cNvSpPr>
            <a:spLocks noGrp="1"/>
          </p:cNvSpPr>
          <p:nvPr>
            <p:ph type="body" sz="quarter" idx="11"/>
          </p:nvPr>
        </p:nvSpPr>
        <p:spPr>
          <a:xfrm>
            <a:off x="460771" y="963168"/>
            <a:ext cx="6992576" cy="254000"/>
          </a:xfrm>
          <a:prstGeom prst="rect">
            <a:avLst/>
          </a:prstGeom>
        </p:spPr>
        <p:txBody>
          <a:bodyPr lIns="0" tIns="0" rIns="0" bIns="0">
            <a:noAutofit/>
          </a:bodyPr>
          <a:lstStyle>
            <a:lvl1pPr>
              <a:defRPr sz="1600" b="0">
                <a:solidFill>
                  <a:schemeClr val="accent1"/>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 name="Title Placeholder 1">
            <a:extLst>
              <a:ext uri="{FF2B5EF4-FFF2-40B4-BE49-F238E27FC236}">
                <a16:creationId xmlns:a16="http://schemas.microsoft.com/office/drawing/2014/main" id="{79CB2938-7BA3-4BD8-79D0-37B4C0BE2ABE}"/>
              </a:ext>
            </a:extLst>
          </p:cNvPr>
          <p:cNvSpPr>
            <a:spLocks noGrp="1"/>
          </p:cNvSpPr>
          <p:nvPr>
            <p:ph type="title" hasCustomPrompt="1"/>
          </p:nvPr>
        </p:nvSpPr>
        <p:spPr>
          <a:xfrm>
            <a:off x="457199" y="292608"/>
            <a:ext cx="7015656" cy="409067"/>
          </a:xfrm>
          <a:prstGeom prst="rect">
            <a:avLst/>
          </a:prstGeom>
        </p:spPr>
        <p:txBody>
          <a:bodyPr vert="horz" wrap="square" lIns="0" tIns="0" rIns="0" bIns="0" rtlCol="0" anchor="t" anchorCtr="0">
            <a:noAutofit/>
          </a:bodyPr>
          <a:lstStyle>
            <a:lvl1pPr>
              <a:defRPr>
                <a:solidFill>
                  <a:schemeClr val="bg1"/>
                </a:solidFill>
              </a:defRPr>
            </a:lvl1pPr>
          </a:lstStyle>
          <a:p>
            <a:r>
              <a:rPr lang="en-US" dirty="0"/>
              <a:t>1-line headline</a:t>
            </a:r>
          </a:p>
        </p:txBody>
      </p:sp>
      <p:sp>
        <p:nvSpPr>
          <p:cNvPr id="10" name="Text Placeholder 5">
            <a:extLst>
              <a:ext uri="{FF2B5EF4-FFF2-40B4-BE49-F238E27FC236}">
                <a16:creationId xmlns:a16="http://schemas.microsoft.com/office/drawing/2014/main" id="{BC2E9137-BA71-197B-767B-0BCAE8E89BC8}"/>
              </a:ext>
            </a:extLst>
          </p:cNvPr>
          <p:cNvSpPr>
            <a:spLocks noGrp="1"/>
          </p:cNvSpPr>
          <p:nvPr>
            <p:ph type="body" sz="quarter" idx="13" hasCustomPrompt="1"/>
          </p:nvPr>
        </p:nvSpPr>
        <p:spPr>
          <a:xfrm>
            <a:off x="460771" y="1504950"/>
            <a:ext cx="3115095" cy="349729"/>
          </a:xfrm>
          <a:prstGeom prst="rect">
            <a:avLst/>
          </a:prstGeom>
        </p:spPr>
        <p:txBody>
          <a:bodyPr lIns="0" tIns="0" rIns="0" bIns="0">
            <a:noAutofit/>
          </a:bodyPr>
          <a:lstStyle>
            <a:lvl1pPr>
              <a:defRPr sz="1000" b="0">
                <a:solidFill>
                  <a:schemeClr val="bg1"/>
                </a:solidFill>
                <a:latin typeface="Arial" panose="020B0604020202020204" pitchFamily="34" charset="0"/>
                <a:cs typeface="Arial" panose="020B0604020202020204" pitchFamily="34" charset="0"/>
              </a:defRPr>
            </a:lvl1pPr>
          </a:lstStyle>
          <a:p>
            <a:pPr lvl="0"/>
            <a:r>
              <a:rPr lang="en-US" dirty="0"/>
              <a:t>XX.XX.XXXX    |    Presenter Name, Title</a:t>
            </a:r>
          </a:p>
        </p:txBody>
      </p:sp>
      <p:pic>
        <p:nvPicPr>
          <p:cNvPr id="5" name="Graphic 4">
            <a:extLst>
              <a:ext uri="{FF2B5EF4-FFF2-40B4-BE49-F238E27FC236}">
                <a16:creationId xmlns:a16="http://schemas.microsoft.com/office/drawing/2014/main" id="{2A8B1D3A-BD32-58CA-FF27-AD1E93CC775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552944" y="73152"/>
            <a:ext cx="1634490" cy="594360"/>
          </a:xfrm>
          <a:prstGeom prst="rect">
            <a:avLst/>
          </a:prstGeom>
        </p:spPr>
      </p:pic>
      <p:cxnSp>
        <p:nvCxnSpPr>
          <p:cNvPr id="4" name="Straight Connector 3">
            <a:extLst>
              <a:ext uri="{FF2B5EF4-FFF2-40B4-BE49-F238E27FC236}">
                <a16:creationId xmlns:a16="http://schemas.microsoft.com/office/drawing/2014/main" id="{AF637309-24D2-2803-FB8D-79BF78955F86}"/>
              </a:ext>
            </a:extLst>
          </p:cNvPr>
          <p:cNvCxnSpPr>
            <a:cxnSpLocks/>
          </p:cNvCxnSpPr>
          <p:nvPr userDrawn="1"/>
        </p:nvCxnSpPr>
        <p:spPr>
          <a:xfrm>
            <a:off x="457199" y="699391"/>
            <a:ext cx="7038871"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2996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asic">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0" y="292608"/>
            <a:ext cx="7772399" cy="409067"/>
          </a:xfrm>
          <a:prstGeom prst="rect">
            <a:avLst/>
          </a:prstGeom>
        </p:spPr>
        <p:txBody>
          <a:bodyPr>
            <a:noAutofit/>
          </a:bodyPr>
          <a:lstStyle>
            <a:lvl1pPr>
              <a:defRPr b="0" i="0" spc="0" baseline="0">
                <a:latin typeface="Arial" panose="020B0604020202020204" pitchFamily="34" charset="0"/>
                <a:cs typeface="Arial" panose="020B0604020202020204" pitchFamily="34" charset="0"/>
              </a:defRPr>
            </a:lvl1pPr>
          </a:lstStyle>
          <a:p>
            <a:r>
              <a:rPr lang="en-US" dirty="0"/>
              <a:t>1-line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32105A18-249A-44A0-90B2-EDCEF78DC8F4}"/>
              </a:ext>
            </a:extLst>
          </p:cNvPr>
          <p:cNvSpPr>
            <a:spLocks noGrp="1"/>
          </p:cNvSpPr>
          <p:nvPr>
            <p:ph sz="quarter" idx="10"/>
          </p:nvPr>
        </p:nvSpPr>
        <p:spPr>
          <a:xfrm>
            <a:off x="457200" y="987551"/>
            <a:ext cx="8229600" cy="3355848"/>
          </a:xfrm>
        </p:spPr>
        <p:txBody>
          <a:bodyPr>
            <a:noAutofit/>
          </a:bodyPr>
          <a:lstStyle>
            <a:lvl1pPr>
              <a:defRPr sz="1400">
                <a:solidFill>
                  <a:schemeClr val="tx1"/>
                </a:solidFill>
                <a:latin typeface="+mn-lt"/>
              </a:defRPr>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63381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 Line - Titl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0" y="292609"/>
            <a:ext cx="7730836" cy="420754"/>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1-line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6414CB77-5474-46A4-AA4C-09773CDF4E4D}"/>
              </a:ext>
            </a:extLst>
          </p:cNvPr>
          <p:cNvSpPr>
            <a:spLocks noGrp="1"/>
          </p:cNvSpPr>
          <p:nvPr>
            <p:ph sz="quarter" idx="10"/>
          </p:nvPr>
        </p:nvSpPr>
        <p:spPr>
          <a:xfrm>
            <a:off x="457200" y="914399"/>
            <a:ext cx="8229600" cy="3355848"/>
          </a:xfrm>
        </p:spPr>
        <p:txBody>
          <a:bodyPr>
            <a:noAutofit/>
          </a:bodyPr>
          <a:lstStyle>
            <a:lvl1pPr>
              <a:defRPr sz="2000">
                <a:latin typeface="Arial" panose="020B0604020202020204" pitchFamily="34" charset="0"/>
                <a:cs typeface="Arial" panose="020B0604020202020204"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77259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Line Title w/dot pattern">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08E287A-0A34-BE98-A6D0-CA490BAC973A}"/>
              </a:ext>
            </a:extLst>
          </p:cNvPr>
          <p:cNvGrpSpPr/>
          <p:nvPr userDrawn="1"/>
        </p:nvGrpSpPr>
        <p:grpSpPr>
          <a:xfrm>
            <a:off x="0" y="4400550"/>
            <a:ext cx="9144000" cy="742950"/>
            <a:chOff x="0" y="4400550"/>
            <a:chExt cx="9144000" cy="742950"/>
          </a:xfrm>
        </p:grpSpPr>
        <p:pic>
          <p:nvPicPr>
            <p:cNvPr id="4" name="Picture 3">
              <a:extLst>
                <a:ext uri="{FF2B5EF4-FFF2-40B4-BE49-F238E27FC236}">
                  <a16:creationId xmlns:a16="http://schemas.microsoft.com/office/drawing/2014/main" id="{90C6EE4F-1208-11E3-F6C8-04461CF6787D}"/>
                </a:ext>
              </a:extLst>
            </p:cNvPr>
            <p:cNvPicPr>
              <a:picLocks noChangeAspect="1"/>
            </p:cNvPicPr>
            <p:nvPr userDrawn="1"/>
          </p:nvPicPr>
          <p:blipFill rotWithShape="1">
            <a:blip r:embed="rId2" cstate="print">
              <a:alphaModFix amt="20000"/>
              <a:extLst>
                <a:ext uri="{28A0092B-C50C-407E-A947-70E740481C1C}">
                  <a14:useLocalDpi xmlns:a14="http://schemas.microsoft.com/office/drawing/2010/main" val="0"/>
                </a:ext>
              </a:extLst>
            </a:blip>
            <a:srcRect l="29235" t="61573" r="399" b="31058"/>
            <a:stretch/>
          </p:blipFill>
          <p:spPr>
            <a:xfrm flipH="1">
              <a:off x="0" y="4548249"/>
              <a:ext cx="9144000" cy="538563"/>
            </a:xfrm>
            <a:prstGeom prst="rect">
              <a:avLst/>
            </a:prstGeom>
          </p:spPr>
        </p:pic>
        <p:sp>
          <p:nvSpPr>
            <p:cNvPr id="2" name="Rectangle 1">
              <a:extLst>
                <a:ext uri="{FF2B5EF4-FFF2-40B4-BE49-F238E27FC236}">
                  <a16:creationId xmlns:a16="http://schemas.microsoft.com/office/drawing/2014/main" id="{2A1A02E5-05FD-BADF-48E9-9B2A1D457ADA}"/>
                </a:ext>
              </a:extLst>
            </p:cNvPr>
            <p:cNvSpPr/>
            <p:nvPr userDrawn="1"/>
          </p:nvSpPr>
          <p:spPr>
            <a:xfrm>
              <a:off x="0" y="4400550"/>
              <a:ext cx="5250656" cy="742950"/>
            </a:xfrm>
            <a:prstGeom prst="rect">
              <a:avLst/>
            </a:prstGeom>
            <a:gradFill>
              <a:gsLst>
                <a:gs pos="0">
                  <a:schemeClr val="bg1">
                    <a:alpha val="0"/>
                  </a:schemeClr>
                </a:gs>
                <a:gs pos="100000">
                  <a:schemeClr val="bg1"/>
                </a:gs>
              </a:gsLst>
              <a:lin ang="10800000" scaled="1"/>
            </a:gradFill>
            <a:ln>
              <a:noFill/>
            </a:ln>
          </p:spPr>
          <p:txBody>
            <a:bodyPr wrap="square" rtlCol="0" anchor="ctr" anchorCtr="0">
              <a:noAutofit/>
            </a:bodyPr>
            <a:lstStyle/>
            <a:p>
              <a:pPr algn="ctr"/>
              <a:endParaRPr lang="en-US" sz="1600" dirty="0" err="1">
                <a:solidFill>
                  <a:schemeClr val="bg1"/>
                </a:solidFill>
              </a:endParaRPr>
            </a:p>
          </p:txBody>
        </p:sp>
      </p:gr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6414CB77-5474-46A4-AA4C-09773CDF4E4D}"/>
              </a:ext>
            </a:extLst>
          </p:cNvPr>
          <p:cNvSpPr>
            <a:spLocks noGrp="1"/>
          </p:cNvSpPr>
          <p:nvPr>
            <p:ph sz="quarter" idx="10"/>
          </p:nvPr>
        </p:nvSpPr>
        <p:spPr>
          <a:xfrm>
            <a:off x="457200" y="914399"/>
            <a:ext cx="8229600" cy="3355848"/>
          </a:xfrm>
        </p:spPr>
        <p:txBody>
          <a:bodyPr>
            <a:noAutofit/>
          </a:bodyPr>
          <a:lstStyle>
            <a:lvl1pPr>
              <a:defRPr sz="2000">
                <a:latin typeface="Arial" panose="020B0604020202020204" pitchFamily="34" charset="0"/>
                <a:cs typeface="Arial" panose="020B0604020202020204" pitchFamily="34" charset="0"/>
              </a:defRPr>
            </a:lvl1pPr>
            <a:lvl2pPr marL="171450" indent="-171450">
              <a:buFont typeface="Wingdings" pitchFamily="2" charset="2"/>
              <a:buChar char="§"/>
              <a:tabLst/>
              <a:defRPr/>
            </a:lvl2pPr>
            <a:lvl3pPr marL="519113" indent="-176213">
              <a:buFont typeface="Wingdings" pitchFamily="2" charset="2"/>
              <a:buChar char="§"/>
              <a:defRPr/>
            </a:lvl3pPr>
            <a:lvl4pPr marL="1031875" indent="-171450">
              <a:buFont typeface="Wingdings" pitchFamily="2" charset="2"/>
              <a:buChar char="§"/>
              <a:defRPr/>
            </a:lvl4pPr>
            <a:lvl5pPr marL="1316038" indent="-173038">
              <a:buFont typeface="Wingdings"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1">
            <a:extLst>
              <a:ext uri="{FF2B5EF4-FFF2-40B4-BE49-F238E27FC236}">
                <a16:creationId xmlns:a16="http://schemas.microsoft.com/office/drawing/2014/main" id="{0A8D6998-6817-69B6-E817-599ED5784285}"/>
              </a:ext>
            </a:extLst>
          </p:cNvPr>
          <p:cNvSpPr>
            <a:spLocks noGrp="1"/>
          </p:cNvSpPr>
          <p:nvPr>
            <p:ph type="title" hasCustomPrompt="1"/>
          </p:nvPr>
        </p:nvSpPr>
        <p:spPr>
          <a:xfrm>
            <a:off x="457200" y="292608"/>
            <a:ext cx="7730836" cy="410158"/>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1-line headline</a:t>
            </a:r>
          </a:p>
        </p:txBody>
      </p:sp>
    </p:spTree>
    <p:extLst>
      <p:ext uri="{BB962C8B-B14F-4D97-AF65-F5344CB8AC3E}">
        <p14:creationId xmlns:p14="http://schemas.microsoft.com/office/powerpoint/2010/main" val="1550739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Line Title w/ Plus Pattern">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D66ABAA-DEA3-2E9A-2204-C9A1CC8E32FA}"/>
              </a:ext>
            </a:extLst>
          </p:cNvPr>
          <p:cNvGrpSpPr/>
          <p:nvPr userDrawn="1"/>
        </p:nvGrpSpPr>
        <p:grpSpPr>
          <a:xfrm>
            <a:off x="-1" y="4400550"/>
            <a:ext cx="9144000" cy="742950"/>
            <a:chOff x="-1" y="4400550"/>
            <a:chExt cx="9144000" cy="742950"/>
          </a:xfrm>
        </p:grpSpPr>
        <p:pic>
          <p:nvPicPr>
            <p:cNvPr id="2" name="Picture 1">
              <a:extLst>
                <a:ext uri="{FF2B5EF4-FFF2-40B4-BE49-F238E27FC236}">
                  <a16:creationId xmlns:a16="http://schemas.microsoft.com/office/drawing/2014/main" id="{90DBF20A-8602-3B73-E077-67577AF57A4A}"/>
                </a:ext>
              </a:extLst>
            </p:cNvPr>
            <p:cNvPicPr>
              <a:picLocks noChangeAspect="1"/>
            </p:cNvPicPr>
            <p:nvPr userDrawn="1"/>
          </p:nvPicPr>
          <p:blipFill rotWithShape="1">
            <a:blip r:embed="rId2" cstate="print">
              <a:alphaModFix amt="20000"/>
              <a:extLst>
                <a:ext uri="{28A0092B-C50C-407E-A947-70E740481C1C}">
                  <a14:useLocalDpi xmlns:a14="http://schemas.microsoft.com/office/drawing/2010/main" val="0"/>
                </a:ext>
              </a:extLst>
            </a:blip>
            <a:srcRect l="896" t="53738" r="576" b="33396"/>
            <a:stretch/>
          </p:blipFill>
          <p:spPr>
            <a:xfrm flipH="1">
              <a:off x="-1" y="4471852"/>
              <a:ext cx="9144000" cy="671648"/>
            </a:xfrm>
            <a:prstGeom prst="rect">
              <a:avLst/>
            </a:prstGeom>
          </p:spPr>
        </p:pic>
        <p:sp>
          <p:nvSpPr>
            <p:cNvPr id="4" name="Rectangle 3">
              <a:extLst>
                <a:ext uri="{FF2B5EF4-FFF2-40B4-BE49-F238E27FC236}">
                  <a16:creationId xmlns:a16="http://schemas.microsoft.com/office/drawing/2014/main" id="{0DD4A00A-B4FB-7BFE-E595-75842C344A01}"/>
                </a:ext>
              </a:extLst>
            </p:cNvPr>
            <p:cNvSpPr/>
            <p:nvPr userDrawn="1"/>
          </p:nvSpPr>
          <p:spPr>
            <a:xfrm>
              <a:off x="0" y="4400550"/>
              <a:ext cx="5250656" cy="742950"/>
            </a:xfrm>
            <a:prstGeom prst="rect">
              <a:avLst/>
            </a:prstGeom>
            <a:gradFill>
              <a:gsLst>
                <a:gs pos="0">
                  <a:schemeClr val="bg1">
                    <a:alpha val="0"/>
                  </a:schemeClr>
                </a:gs>
                <a:gs pos="100000">
                  <a:schemeClr val="bg1"/>
                </a:gs>
              </a:gsLst>
              <a:lin ang="10800000" scaled="1"/>
            </a:gradFill>
            <a:ln>
              <a:noFill/>
            </a:ln>
          </p:spPr>
          <p:txBody>
            <a:bodyPr wrap="square" rtlCol="0" anchor="ctr" anchorCtr="0">
              <a:noAutofit/>
            </a:bodyPr>
            <a:lstStyle/>
            <a:p>
              <a:pPr algn="ctr"/>
              <a:endParaRPr lang="en-US" sz="1600" dirty="0" err="1">
                <a:solidFill>
                  <a:schemeClr val="bg1"/>
                </a:solidFill>
              </a:endParaRPr>
            </a:p>
          </p:txBody>
        </p:sp>
      </p:grpSp>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0" y="292608"/>
            <a:ext cx="7717899" cy="415297"/>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1-line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CEE74680-223A-451C-9541-D747E71E2AF1}"/>
              </a:ext>
            </a:extLst>
          </p:cNvPr>
          <p:cNvSpPr>
            <a:spLocks noGrp="1"/>
          </p:cNvSpPr>
          <p:nvPr>
            <p:ph sz="quarter" idx="10"/>
          </p:nvPr>
        </p:nvSpPr>
        <p:spPr>
          <a:xfrm>
            <a:off x="457200" y="914400"/>
            <a:ext cx="8229600" cy="3355848"/>
          </a:xfrm>
        </p:spPr>
        <p:txBody>
          <a:bodyPr>
            <a:noAutofit/>
          </a:bodyPr>
          <a:lstStyle>
            <a:lvl1pPr>
              <a:defRPr sz="2000">
                <a:latin typeface="Arial" panose="020B0604020202020204" pitchFamily="34" charset="0"/>
                <a:cs typeface="Arial" panose="020B0604020202020204"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33570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Line Title w/Slash Pattern">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B22428C-ED4B-CC48-12D8-1D9ABF1DFFF1}"/>
              </a:ext>
            </a:extLst>
          </p:cNvPr>
          <p:cNvGrpSpPr/>
          <p:nvPr userDrawn="1"/>
        </p:nvGrpSpPr>
        <p:grpSpPr>
          <a:xfrm>
            <a:off x="0" y="4307681"/>
            <a:ext cx="9144000" cy="835819"/>
            <a:chOff x="0" y="4307681"/>
            <a:chExt cx="9144000" cy="835819"/>
          </a:xfrm>
        </p:grpSpPr>
        <p:pic>
          <p:nvPicPr>
            <p:cNvPr id="11" name="Picture 10">
              <a:extLst>
                <a:ext uri="{FF2B5EF4-FFF2-40B4-BE49-F238E27FC236}">
                  <a16:creationId xmlns:a16="http://schemas.microsoft.com/office/drawing/2014/main" id="{F3FB94B1-BAB2-B06B-3BE5-16FDE1F168B5}"/>
                </a:ext>
              </a:extLst>
            </p:cNvPr>
            <p:cNvPicPr>
              <a:picLocks noChangeAspect="1"/>
            </p:cNvPicPr>
            <p:nvPr userDrawn="1"/>
          </p:nvPicPr>
          <p:blipFill>
            <a:blip r:embed="rId2" cstate="print">
              <a:alphaModFix amt="20000"/>
              <a:extLst>
                <a:ext uri="{28A0092B-C50C-407E-A947-70E740481C1C}">
                  <a14:useLocalDpi xmlns:a14="http://schemas.microsoft.com/office/drawing/2010/main" val="0"/>
                </a:ext>
              </a:extLst>
            </a:blip>
            <a:srcRect t="42635" b="42635"/>
            <a:stretch/>
          </p:blipFill>
          <p:spPr>
            <a:xfrm rot="10800000">
              <a:off x="0" y="4385883"/>
              <a:ext cx="9144000" cy="757617"/>
            </a:xfrm>
            <a:prstGeom prst="rect">
              <a:avLst/>
            </a:prstGeom>
          </p:spPr>
        </p:pic>
        <p:sp>
          <p:nvSpPr>
            <p:cNvPr id="2" name="Rectangle 1">
              <a:extLst>
                <a:ext uri="{FF2B5EF4-FFF2-40B4-BE49-F238E27FC236}">
                  <a16:creationId xmlns:a16="http://schemas.microsoft.com/office/drawing/2014/main" id="{E58DCE92-B151-DF70-5FF2-A3AC291F733B}"/>
                </a:ext>
              </a:extLst>
            </p:cNvPr>
            <p:cNvSpPr/>
            <p:nvPr userDrawn="1"/>
          </p:nvSpPr>
          <p:spPr>
            <a:xfrm>
              <a:off x="0" y="4307681"/>
              <a:ext cx="5250656" cy="835819"/>
            </a:xfrm>
            <a:prstGeom prst="rect">
              <a:avLst/>
            </a:prstGeom>
            <a:gradFill>
              <a:gsLst>
                <a:gs pos="0">
                  <a:schemeClr val="bg1">
                    <a:alpha val="0"/>
                  </a:schemeClr>
                </a:gs>
                <a:gs pos="100000">
                  <a:schemeClr val="bg1"/>
                </a:gs>
              </a:gsLst>
              <a:lin ang="10800000" scaled="1"/>
            </a:gradFill>
            <a:ln>
              <a:noFill/>
            </a:ln>
          </p:spPr>
          <p:txBody>
            <a:bodyPr wrap="square" rtlCol="0" anchor="ctr" anchorCtr="0">
              <a:noAutofit/>
            </a:bodyPr>
            <a:lstStyle/>
            <a:p>
              <a:pPr algn="ctr"/>
              <a:endParaRPr lang="en-US" sz="1600" dirty="0" err="1">
                <a:solidFill>
                  <a:schemeClr val="bg1"/>
                </a:solidFill>
              </a:endParaRPr>
            </a:p>
          </p:txBody>
        </p:sp>
      </p:grpSp>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0" y="292608"/>
            <a:ext cx="7717899" cy="415296"/>
          </a:xfrm>
          <a:prstGeom prst="rect">
            <a:avLst/>
          </a:prstGeom>
        </p:spPr>
        <p:txBody>
          <a:bodyPr>
            <a:noAutofit/>
          </a:bodyPr>
          <a:lstStyle>
            <a:lvl1pPr>
              <a:defRPr sz="2600" spc="0" baseline="0">
                <a:solidFill>
                  <a:schemeClr val="tx1"/>
                </a:solidFill>
                <a:latin typeface="Arial" panose="020B0604020202020204" pitchFamily="34" charset="0"/>
                <a:cs typeface="Arial" panose="020B0604020202020204" pitchFamily="34" charset="0"/>
              </a:defRPr>
            </a:lvl1pPr>
          </a:lstStyle>
          <a:p>
            <a:r>
              <a:rPr lang="en-US" dirty="0"/>
              <a:t>1-line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6414CB77-5474-46A4-AA4C-09773CDF4E4D}"/>
              </a:ext>
            </a:extLst>
          </p:cNvPr>
          <p:cNvSpPr>
            <a:spLocks noGrp="1"/>
          </p:cNvSpPr>
          <p:nvPr>
            <p:ph sz="quarter" idx="10"/>
          </p:nvPr>
        </p:nvSpPr>
        <p:spPr>
          <a:xfrm>
            <a:off x="457200" y="914399"/>
            <a:ext cx="8229600" cy="3355848"/>
          </a:xfrm>
        </p:spPr>
        <p:txBody>
          <a:bodyPr>
            <a:noAutofit/>
          </a:bodyPr>
          <a:lstStyle>
            <a:lvl1pPr>
              <a:defRPr sz="2000">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9D1B3C5E-97D1-60EF-5946-669C273ECCFF}"/>
              </a:ext>
            </a:extLst>
          </p:cNvPr>
          <p:cNvCxnSpPr/>
          <p:nvPr userDrawn="1"/>
        </p:nvCxnSpPr>
        <p:spPr>
          <a:xfrm>
            <a:off x="457199" y="699391"/>
            <a:ext cx="7597140"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7955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of Contents - 1 Lin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4" name="Text Placeholder 3">
            <a:extLst>
              <a:ext uri="{FF2B5EF4-FFF2-40B4-BE49-F238E27FC236}">
                <a16:creationId xmlns:a16="http://schemas.microsoft.com/office/drawing/2014/main" id="{323585BF-4B61-4EE1-92FA-F2225AC3BEA3}"/>
              </a:ext>
            </a:extLst>
          </p:cNvPr>
          <p:cNvSpPr>
            <a:spLocks noGrp="1"/>
          </p:cNvSpPr>
          <p:nvPr>
            <p:ph type="body" sz="quarter" idx="10"/>
          </p:nvPr>
        </p:nvSpPr>
        <p:spPr>
          <a:xfrm>
            <a:off x="457200" y="913737"/>
            <a:ext cx="8229600" cy="3355848"/>
          </a:xfrm>
        </p:spPr>
        <p:txBody>
          <a:bodyPr/>
          <a:lstStyle>
            <a:lvl1pPr marL="234950" indent="-234950">
              <a:spcBef>
                <a:spcPts val="1000"/>
              </a:spcBef>
              <a:spcAft>
                <a:spcPts val="0"/>
              </a:spcAft>
              <a:buFont typeface="Arial" panose="020B0604020202020204" pitchFamily="34" charset="0"/>
              <a:buNone/>
              <a:defRPr sz="2000">
                <a:latin typeface="Arial" panose="020B0604020202020204" pitchFamily="34" charset="0"/>
                <a:cs typeface="Arial" panose="020B0604020202020204" pitchFamily="34" charset="0"/>
              </a:defRPr>
            </a:lvl1pPr>
            <a:lvl2pPr marL="511175" indent="-222250">
              <a:spcBef>
                <a:spcPts val="500"/>
              </a:spcBef>
              <a:buSzPct val="75000"/>
              <a:buFont typeface="Wingdings" pitchFamily="2" charset="2"/>
              <a:buChar char="§"/>
              <a:defRPr sz="1200"/>
            </a:lvl2pPr>
            <a:lvl3pPr marL="914400" indent="-171450">
              <a:buFont typeface="Wingdings" panose="05000000000000000000" pitchFamily="2" charset="2"/>
              <a:buChar char="§"/>
              <a:defRPr sz="1200"/>
            </a:lvl3pPr>
            <a:lvl4pPr marL="1430338" indent="-168275">
              <a:defRPr/>
            </a:lvl4pPr>
            <a:lvl5pPr marL="1770063" indent="-174625">
              <a:defRPr/>
            </a:lvl5pPr>
          </a:lstStyle>
          <a:p>
            <a:pPr lvl="0"/>
            <a:r>
              <a:rPr lang="en-US"/>
              <a:t>Click to edit Master text styles</a:t>
            </a:r>
          </a:p>
          <a:p>
            <a:pPr lvl="1"/>
            <a:r>
              <a:rPr lang="en-US"/>
              <a:t>Second level</a:t>
            </a:r>
          </a:p>
          <a:p>
            <a:pPr lvl="2"/>
            <a:r>
              <a:rPr lang="en-US"/>
              <a:t>Third level</a:t>
            </a:r>
          </a:p>
        </p:txBody>
      </p:sp>
      <p:sp>
        <p:nvSpPr>
          <p:cNvPr id="2" name="Title 1">
            <a:extLst>
              <a:ext uri="{FF2B5EF4-FFF2-40B4-BE49-F238E27FC236}">
                <a16:creationId xmlns:a16="http://schemas.microsoft.com/office/drawing/2014/main" id="{9DC588AE-F46F-86B4-14C7-865E3AC8C735}"/>
              </a:ext>
            </a:extLst>
          </p:cNvPr>
          <p:cNvSpPr>
            <a:spLocks noGrp="1"/>
          </p:cNvSpPr>
          <p:nvPr>
            <p:ph type="title" hasCustomPrompt="1"/>
          </p:nvPr>
        </p:nvSpPr>
        <p:spPr>
          <a:xfrm>
            <a:off x="457200" y="292608"/>
            <a:ext cx="7730836" cy="410158"/>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1-line headline</a:t>
            </a:r>
          </a:p>
        </p:txBody>
      </p:sp>
    </p:spTree>
    <p:extLst>
      <p:ext uri="{BB962C8B-B14F-4D97-AF65-F5344CB8AC3E}">
        <p14:creationId xmlns:p14="http://schemas.microsoft.com/office/powerpoint/2010/main" val="891109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asic - 1 Lin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1" y="292608"/>
            <a:ext cx="7723954" cy="415296"/>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1-line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32105A18-249A-44A0-90B2-EDCEF78DC8F4}"/>
              </a:ext>
            </a:extLst>
          </p:cNvPr>
          <p:cNvSpPr>
            <a:spLocks noGrp="1"/>
          </p:cNvSpPr>
          <p:nvPr>
            <p:ph sz="quarter" idx="10"/>
          </p:nvPr>
        </p:nvSpPr>
        <p:spPr>
          <a:xfrm>
            <a:off x="457199" y="988942"/>
            <a:ext cx="8229600" cy="3355848"/>
          </a:xfrm>
        </p:spPr>
        <p:txBody>
          <a:bodyPr>
            <a:noAutofit/>
          </a:bodyPr>
          <a:lstStyle>
            <a:lvl1pPr>
              <a:defRPr sz="1400">
                <a:solidFill>
                  <a:schemeClr val="tx1"/>
                </a:solidFill>
                <a:latin typeface="+mn-lt"/>
              </a:defRPr>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07553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of Contents - 1 Lin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0" y="292608"/>
            <a:ext cx="7711844" cy="415297"/>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1-line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2" name="Content Placeholder 2">
            <a:extLst>
              <a:ext uri="{FF2B5EF4-FFF2-40B4-BE49-F238E27FC236}">
                <a16:creationId xmlns:a16="http://schemas.microsoft.com/office/drawing/2014/main" id="{71483993-8C30-7E74-29A9-7BC8AEA29D61}"/>
              </a:ext>
            </a:extLst>
          </p:cNvPr>
          <p:cNvSpPr>
            <a:spLocks noGrp="1"/>
          </p:cNvSpPr>
          <p:nvPr>
            <p:ph sz="quarter" idx="11"/>
          </p:nvPr>
        </p:nvSpPr>
        <p:spPr>
          <a:xfrm>
            <a:off x="457200" y="914400"/>
            <a:ext cx="8229600" cy="3357562"/>
          </a:xfrm>
        </p:spPr>
        <p:txBody>
          <a:bodyPr>
            <a:noAutofit/>
          </a:bodyPr>
          <a:lstStyle>
            <a:lvl1pPr>
              <a:defRPr sz="2000">
                <a:latin typeface="Arial" panose="020B0604020202020204" pitchFamily="34" charset="0"/>
                <a:cs typeface="Arial" panose="020B0604020202020204"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778241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asic: CV - 1 Lin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0" y="290692"/>
            <a:ext cx="7717899" cy="410983"/>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1-line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32105A18-249A-44A0-90B2-EDCEF78DC8F4}"/>
              </a:ext>
            </a:extLst>
          </p:cNvPr>
          <p:cNvSpPr>
            <a:spLocks noGrp="1"/>
          </p:cNvSpPr>
          <p:nvPr>
            <p:ph sz="quarter" idx="10"/>
          </p:nvPr>
        </p:nvSpPr>
        <p:spPr>
          <a:xfrm>
            <a:off x="457199" y="988942"/>
            <a:ext cx="8229600" cy="3355848"/>
          </a:xfrm>
        </p:spPr>
        <p:txBody>
          <a:bodyPr>
            <a:noAutofit/>
          </a:bodyPr>
          <a:lstStyle>
            <a:lvl1pPr>
              <a:defRPr sz="1400">
                <a:solidFill>
                  <a:schemeClr val="tx1"/>
                </a:solidFill>
                <a:latin typeface="+mn-lt"/>
              </a:defRPr>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615904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llout B - 1 Lin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06073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age A - 1 Lin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914400"/>
            <a:ext cx="9144000" cy="4229100"/>
          </a:xfrm>
          <a:prstGeom prst="rect">
            <a:avLst/>
          </a:prstGeom>
          <a:solidFill>
            <a:schemeClr val="accent6">
              <a:alpha val="30000"/>
            </a:schemeClr>
          </a:solidFill>
        </p:spPr>
        <p:txBody>
          <a:bodyPr tIns="914400" bIns="0" anchor="ctr" anchorCtr="0">
            <a:norm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3" name="Title 2">
            <a:extLst>
              <a:ext uri="{FF2B5EF4-FFF2-40B4-BE49-F238E27FC236}">
                <a16:creationId xmlns:a16="http://schemas.microsoft.com/office/drawing/2014/main" id="{2AAAFAF6-EE27-42A5-B302-F3A3F01FC7D2}"/>
              </a:ext>
            </a:extLst>
          </p:cNvPr>
          <p:cNvSpPr>
            <a:spLocks noGrp="1"/>
          </p:cNvSpPr>
          <p:nvPr>
            <p:ph type="title" hasCustomPrompt="1"/>
          </p:nvPr>
        </p:nvSpPr>
        <p:spPr>
          <a:xfrm>
            <a:off x="457199" y="292608"/>
            <a:ext cx="7699733" cy="413278"/>
          </a:xfrm>
          <a:prstGeom prst="rect">
            <a:avLst/>
          </a:prstGeom>
        </p:spPr>
        <p:txBody>
          <a:bodyPr/>
          <a:lstStyle>
            <a:lvl1pPr>
              <a:defRPr sz="2600"/>
            </a:lvl1pPr>
          </a:lstStyle>
          <a:p>
            <a:r>
              <a:rPr lang="en-US" dirty="0"/>
              <a:t>1-line headline</a:t>
            </a:r>
          </a:p>
        </p:txBody>
      </p:sp>
      <p:sp>
        <p:nvSpPr>
          <p:cNvPr id="2" name="Slide Number Placeholder 4">
            <a:extLst>
              <a:ext uri="{FF2B5EF4-FFF2-40B4-BE49-F238E27FC236}">
                <a16:creationId xmlns:a16="http://schemas.microsoft.com/office/drawing/2014/main" id="{7F05014A-03C9-E76E-8376-1E6CC7DEDE4F}"/>
              </a:ext>
            </a:extLst>
          </p:cNvPr>
          <p:cNvSpPr>
            <a:spLocks noGrp="1"/>
          </p:cNvSpPr>
          <p:nvPr>
            <p:ph type="sldNum" sz="quarter" idx="12"/>
          </p:nvPr>
        </p:nvSpPr>
        <p:spPr>
          <a:xfrm>
            <a:off x="140861" y="4890957"/>
            <a:ext cx="246888" cy="122585"/>
          </a:xfrm>
        </p:spPr>
        <p:txBody>
          <a:bodyPr/>
          <a:lstStyle/>
          <a:p>
            <a:fld id="{EF03F2D8-09E8-4F65-B5E4-919B7BA10877}" type="slidenum">
              <a:rPr lang="en-US" smtClean="0"/>
              <a:pPr/>
              <a:t>‹#›</a:t>
            </a:fld>
            <a:endParaRPr lang="en-US"/>
          </a:p>
        </p:txBody>
      </p:sp>
    </p:spTree>
    <p:extLst>
      <p:ext uri="{BB962C8B-B14F-4D97-AF65-F5344CB8AC3E}">
        <p14:creationId xmlns:p14="http://schemas.microsoft.com/office/powerpoint/2010/main" val="7827975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B - 1 Lin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1281953"/>
            <a:ext cx="9144000" cy="3453550"/>
          </a:xfrm>
          <a:prstGeom prst="rect">
            <a:avLst/>
          </a:prstGeom>
          <a:solidFill>
            <a:schemeClr val="accent6">
              <a:alpha val="30000"/>
            </a:schemeClr>
          </a:solidFill>
        </p:spPr>
        <p:txBody>
          <a:bodyPr tIns="914400" bIns="0" anchor="ctr" anchorCtr="0">
            <a:no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9" name="Slide Number Placeholder 5">
            <a:extLst>
              <a:ext uri="{FF2B5EF4-FFF2-40B4-BE49-F238E27FC236}">
                <a16:creationId xmlns:a16="http://schemas.microsoft.com/office/drawing/2014/main" id="{545F2707-67E0-4A9E-B3CF-50E8F272A4ED}"/>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tx2"/>
                </a:solidFill>
              </a:defRPr>
            </a:lvl1pPr>
          </a:lstStyle>
          <a:p>
            <a:fld id="{EF03F2D8-09E8-4F65-B5E4-919B7BA10877}" type="slidenum">
              <a:rPr lang="en-US" smtClean="0"/>
              <a:pPr/>
              <a:t>‹#›</a:t>
            </a:fld>
            <a:endParaRPr lang="en-US" dirty="0"/>
          </a:p>
        </p:txBody>
      </p:sp>
      <p:sp>
        <p:nvSpPr>
          <p:cNvPr id="3" name="Title Placeholder 1">
            <a:extLst>
              <a:ext uri="{FF2B5EF4-FFF2-40B4-BE49-F238E27FC236}">
                <a16:creationId xmlns:a16="http://schemas.microsoft.com/office/drawing/2014/main" id="{3C21A955-B828-4C40-1E5C-7A93D20C4CD1}"/>
              </a:ext>
            </a:extLst>
          </p:cNvPr>
          <p:cNvSpPr>
            <a:spLocks noGrp="1"/>
          </p:cNvSpPr>
          <p:nvPr>
            <p:ph type="title" hasCustomPrompt="1"/>
          </p:nvPr>
        </p:nvSpPr>
        <p:spPr>
          <a:xfrm>
            <a:off x="457199" y="292608"/>
            <a:ext cx="7681466" cy="417591"/>
          </a:xfrm>
          <a:prstGeom prst="rect">
            <a:avLst/>
          </a:prstGeom>
        </p:spPr>
        <p:txBody>
          <a:bodyPr vert="horz" wrap="square" lIns="0" tIns="0" rIns="0" bIns="0" rtlCol="0" anchor="t" anchorCtr="0">
            <a:noAutofit/>
          </a:bodyPr>
          <a:lstStyle>
            <a:lvl1pPr>
              <a:defRPr sz="2600"/>
            </a:lvl1pPr>
          </a:lstStyle>
          <a:p>
            <a:r>
              <a:rPr lang="en-US" dirty="0"/>
              <a:t>1-line headline</a:t>
            </a:r>
          </a:p>
        </p:txBody>
      </p:sp>
      <p:sp>
        <p:nvSpPr>
          <p:cNvPr id="2" name="Text Placeholder 3">
            <a:extLst>
              <a:ext uri="{FF2B5EF4-FFF2-40B4-BE49-F238E27FC236}">
                <a16:creationId xmlns:a16="http://schemas.microsoft.com/office/drawing/2014/main" id="{E3AD40BD-E3D6-D141-DB4D-81F97EE50468}"/>
              </a:ext>
            </a:extLst>
          </p:cNvPr>
          <p:cNvSpPr>
            <a:spLocks noGrp="1"/>
          </p:cNvSpPr>
          <p:nvPr>
            <p:ph type="body" sz="quarter" idx="11"/>
          </p:nvPr>
        </p:nvSpPr>
        <p:spPr>
          <a:xfrm>
            <a:off x="457200" y="865298"/>
            <a:ext cx="7847551" cy="249687"/>
          </a:xfrm>
        </p:spPr>
        <p:txBody>
          <a:bodyPr/>
          <a:lstStyle>
            <a:lvl1pPr>
              <a:defRPr sz="1400">
                <a:solidFill>
                  <a:schemeClr val="accent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400">
                <a:solidFill>
                  <a:schemeClr val="tx1"/>
                </a:solidFill>
                <a:latin typeface="+mn-lt"/>
              </a:defRPr>
            </a:lvl5pPr>
          </a:lstStyle>
          <a:p>
            <a:pPr lvl="0"/>
            <a:r>
              <a:rPr lang="en-US"/>
              <a:t>Click to edit Master text styles</a:t>
            </a:r>
          </a:p>
        </p:txBody>
      </p:sp>
    </p:spTree>
    <p:extLst>
      <p:ext uri="{BB962C8B-B14F-4D97-AF65-F5344CB8AC3E}">
        <p14:creationId xmlns:p14="http://schemas.microsoft.com/office/powerpoint/2010/main" val="27497329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 C - 1 Lin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1371600"/>
            <a:ext cx="9144000" cy="3771900"/>
          </a:xfrm>
          <a:prstGeom prst="rect">
            <a:avLst/>
          </a:prstGeom>
          <a:solidFill>
            <a:schemeClr val="accent6">
              <a:alpha val="30000"/>
            </a:schemeClr>
          </a:solidFill>
        </p:spPr>
        <p:txBody>
          <a:bodyPr tIns="914400" bIns="0" anchor="ctr" anchorCtr="0">
            <a:no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3" name="Title Placeholder 1">
            <a:extLst>
              <a:ext uri="{FF2B5EF4-FFF2-40B4-BE49-F238E27FC236}">
                <a16:creationId xmlns:a16="http://schemas.microsoft.com/office/drawing/2014/main" id="{CF666A99-6C2B-917C-949C-A90715AA6C0F}"/>
              </a:ext>
            </a:extLst>
          </p:cNvPr>
          <p:cNvSpPr>
            <a:spLocks noGrp="1"/>
          </p:cNvSpPr>
          <p:nvPr>
            <p:ph type="title" hasCustomPrompt="1"/>
          </p:nvPr>
        </p:nvSpPr>
        <p:spPr>
          <a:xfrm>
            <a:off x="457201" y="292608"/>
            <a:ext cx="7651154" cy="417591"/>
          </a:xfrm>
          <a:prstGeom prst="rect">
            <a:avLst/>
          </a:prstGeom>
        </p:spPr>
        <p:txBody>
          <a:bodyPr vert="horz" wrap="square" lIns="0" tIns="0" rIns="0" bIns="0" rtlCol="0" anchor="t" anchorCtr="0">
            <a:noAutofit/>
          </a:bodyPr>
          <a:lstStyle>
            <a:lvl1pPr>
              <a:defRPr sz="2600"/>
            </a:lvl1pPr>
          </a:lstStyle>
          <a:p>
            <a:r>
              <a:rPr lang="en-US" dirty="0"/>
              <a:t>1-line headline</a:t>
            </a:r>
          </a:p>
        </p:txBody>
      </p:sp>
      <p:sp>
        <p:nvSpPr>
          <p:cNvPr id="2" name="Slide Number Placeholder 4">
            <a:extLst>
              <a:ext uri="{FF2B5EF4-FFF2-40B4-BE49-F238E27FC236}">
                <a16:creationId xmlns:a16="http://schemas.microsoft.com/office/drawing/2014/main" id="{3B681329-159C-2885-FA75-4E679FFE1FD2}"/>
              </a:ext>
            </a:extLst>
          </p:cNvPr>
          <p:cNvSpPr>
            <a:spLocks noGrp="1"/>
          </p:cNvSpPr>
          <p:nvPr>
            <p:ph type="sldNum" sz="quarter" idx="12"/>
          </p:nvPr>
        </p:nvSpPr>
        <p:spPr>
          <a:xfrm>
            <a:off x="140861" y="4890957"/>
            <a:ext cx="246888" cy="122585"/>
          </a:xfrm>
        </p:spPr>
        <p:txBody>
          <a:bodyPr/>
          <a:lstStyle/>
          <a:p>
            <a:fld id="{EF03F2D8-09E8-4F65-B5E4-919B7BA10877}" type="slidenum">
              <a:rPr lang="en-US" smtClean="0"/>
              <a:pPr/>
              <a:t>‹#›</a:t>
            </a:fld>
            <a:endParaRPr lang="en-US"/>
          </a:p>
        </p:txBody>
      </p:sp>
      <p:sp>
        <p:nvSpPr>
          <p:cNvPr id="6" name="Text Placeholder 3">
            <a:extLst>
              <a:ext uri="{FF2B5EF4-FFF2-40B4-BE49-F238E27FC236}">
                <a16:creationId xmlns:a16="http://schemas.microsoft.com/office/drawing/2014/main" id="{3D0F176D-0F6F-F0DF-E02E-425DB67BE037}"/>
              </a:ext>
            </a:extLst>
          </p:cNvPr>
          <p:cNvSpPr>
            <a:spLocks noGrp="1"/>
          </p:cNvSpPr>
          <p:nvPr>
            <p:ph type="body" sz="quarter" idx="11"/>
          </p:nvPr>
        </p:nvSpPr>
        <p:spPr>
          <a:xfrm>
            <a:off x="457200" y="865298"/>
            <a:ext cx="7847551" cy="249687"/>
          </a:xfrm>
        </p:spPr>
        <p:txBody>
          <a:bodyPr/>
          <a:lstStyle>
            <a:lvl1pPr>
              <a:defRPr sz="1400">
                <a:solidFill>
                  <a:schemeClr val="accent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400">
                <a:solidFill>
                  <a:schemeClr val="tx1"/>
                </a:solidFill>
                <a:latin typeface="+mn-lt"/>
              </a:defRPr>
            </a:lvl5pPr>
          </a:lstStyle>
          <a:p>
            <a:pPr lvl="0"/>
            <a:r>
              <a:rPr lang="en-US"/>
              <a:t>Click to edit Master text styles</a:t>
            </a:r>
          </a:p>
        </p:txBody>
      </p:sp>
    </p:spTree>
    <p:extLst>
      <p:ext uri="{BB962C8B-B14F-4D97-AF65-F5344CB8AC3E}">
        <p14:creationId xmlns:p14="http://schemas.microsoft.com/office/powerpoint/2010/main" val="36080270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Quotes Pag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0"/>
            <a:ext cx="9144000" cy="5143499"/>
          </a:xfrm>
          <a:prstGeom prst="rect">
            <a:avLst/>
          </a:prstGeom>
          <a:solidFill>
            <a:schemeClr val="accent6">
              <a:alpha val="30000"/>
            </a:schemeClr>
          </a:solidFill>
        </p:spPr>
        <p:txBody>
          <a:bodyPr tIns="914400" bIns="0" anchor="ctr" anchorCtr="0">
            <a:no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2" name="Title Placeholder 1">
            <a:extLst>
              <a:ext uri="{FF2B5EF4-FFF2-40B4-BE49-F238E27FC236}">
                <a16:creationId xmlns:a16="http://schemas.microsoft.com/office/drawing/2014/main" id="{79CB2938-7BA3-4BD8-79D0-37B4C0BE2ABE}"/>
              </a:ext>
            </a:extLst>
          </p:cNvPr>
          <p:cNvSpPr>
            <a:spLocks noGrp="1"/>
          </p:cNvSpPr>
          <p:nvPr>
            <p:ph type="title" hasCustomPrompt="1"/>
          </p:nvPr>
        </p:nvSpPr>
        <p:spPr>
          <a:xfrm>
            <a:off x="457198" y="2315557"/>
            <a:ext cx="6826471" cy="419747"/>
          </a:xfrm>
          <a:prstGeom prst="rect">
            <a:avLst/>
          </a:prstGeom>
        </p:spPr>
        <p:txBody>
          <a:bodyPr vert="horz" wrap="square" lIns="0" tIns="0" rIns="0" bIns="0" rtlCol="0" anchor="t" anchorCtr="0">
            <a:noAutofit/>
          </a:bodyPr>
          <a:lstStyle>
            <a:lvl1pPr>
              <a:defRPr>
                <a:solidFill>
                  <a:schemeClr val="tx1"/>
                </a:solidFill>
              </a:defRPr>
            </a:lvl1pPr>
          </a:lstStyle>
          <a:p>
            <a:r>
              <a:rPr lang="en-US" dirty="0"/>
              <a:t>Insert quote</a:t>
            </a:r>
          </a:p>
        </p:txBody>
      </p:sp>
      <p:sp>
        <p:nvSpPr>
          <p:cNvPr id="3" name="Slide Number Placeholder 4">
            <a:extLst>
              <a:ext uri="{FF2B5EF4-FFF2-40B4-BE49-F238E27FC236}">
                <a16:creationId xmlns:a16="http://schemas.microsoft.com/office/drawing/2014/main" id="{2FE780BA-C4E0-81F2-6073-0E659D10B403}"/>
              </a:ext>
            </a:extLst>
          </p:cNvPr>
          <p:cNvSpPr>
            <a:spLocks noGrp="1"/>
          </p:cNvSpPr>
          <p:nvPr>
            <p:ph type="sldNum" sz="quarter" idx="12"/>
          </p:nvPr>
        </p:nvSpPr>
        <p:spPr>
          <a:xfrm>
            <a:off x="140861" y="4908887"/>
            <a:ext cx="246888" cy="122585"/>
          </a:xfrm>
        </p:spPr>
        <p:txBody>
          <a:bodyPr/>
          <a:lstStyle/>
          <a:p>
            <a:fld id="{EF03F2D8-09E8-4F65-B5E4-919B7BA10877}" type="slidenum">
              <a:rPr lang="en-US" smtClean="0"/>
              <a:pPr/>
              <a:t>‹#›</a:t>
            </a:fld>
            <a:endParaRPr lang="en-US"/>
          </a:p>
        </p:txBody>
      </p:sp>
    </p:spTree>
    <p:extLst>
      <p:ext uri="{BB962C8B-B14F-4D97-AF65-F5344CB8AC3E}">
        <p14:creationId xmlns:p14="http://schemas.microsoft.com/office/powerpoint/2010/main" val="36694900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Subhead - 1 L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92608"/>
            <a:ext cx="7635998" cy="417591"/>
          </a:xfrm>
          <a:prstGeom prst="rect">
            <a:avLst/>
          </a:prstGeom>
        </p:spPr>
        <p:txBody>
          <a:bodyPr wrap="square">
            <a:noAutofit/>
          </a:bodyPr>
          <a:lstStyle>
            <a:lvl1pPr>
              <a:defRPr sz="2600" spc="0">
                <a:latin typeface="Arial" panose="020B0604020202020204" pitchFamily="34" charset="0"/>
                <a:cs typeface="Arial" panose="020B0604020202020204" pitchFamily="34" charset="0"/>
              </a:defRPr>
            </a:lvl1pPr>
          </a:lstStyle>
          <a:p>
            <a:r>
              <a:rPr lang="en-US" dirty="0"/>
              <a:t>1-line headline</a:t>
            </a:r>
          </a:p>
        </p:txBody>
      </p:sp>
      <p:sp>
        <p:nvSpPr>
          <p:cNvPr id="5" name="Slide Number Placeholder 4"/>
          <p:cNvSpPr>
            <a:spLocks noGrp="1"/>
          </p:cNvSpPr>
          <p:nvPr>
            <p:ph type="sldNum" sz="quarter" idx="12"/>
          </p:nvPr>
        </p:nvSpPr>
        <p:spPr/>
        <p:txBody>
          <a:bodyPr/>
          <a:lstStyle/>
          <a:p>
            <a:fld id="{EF03F2D8-09E8-4F65-B5E4-919B7BA10877}" type="slidenum">
              <a:rPr lang="en-US" smtClean="0"/>
              <a:pPr/>
              <a:t>‹#›</a:t>
            </a:fld>
            <a:endParaRPr lang="en-US"/>
          </a:p>
        </p:txBody>
      </p:sp>
      <p:sp>
        <p:nvSpPr>
          <p:cNvPr id="6" name="Text Placeholder 5">
            <a:extLst>
              <a:ext uri="{FF2B5EF4-FFF2-40B4-BE49-F238E27FC236}">
                <a16:creationId xmlns:a16="http://schemas.microsoft.com/office/drawing/2014/main" id="{7E5B6FEA-0F24-4E57-986A-DF7D1B02FC83}"/>
              </a:ext>
            </a:extLst>
          </p:cNvPr>
          <p:cNvSpPr>
            <a:spLocks noGrp="1"/>
          </p:cNvSpPr>
          <p:nvPr>
            <p:ph type="body" sz="quarter" idx="11"/>
          </p:nvPr>
        </p:nvSpPr>
        <p:spPr>
          <a:xfrm>
            <a:off x="457200" y="914400"/>
            <a:ext cx="7863721" cy="254000"/>
          </a:xfrm>
          <a:prstGeom prst="rect">
            <a:avLst/>
          </a:prstGeom>
        </p:spPr>
        <p:txBody>
          <a:bodyPr lIns="0" tIns="0" rIns="0" bIns="0">
            <a:noAutofit/>
          </a:bodyPr>
          <a:lstStyle>
            <a:lvl1pPr>
              <a:defRPr sz="2000">
                <a:solidFill>
                  <a:schemeClr val="accent1"/>
                </a:solidFill>
                <a:latin typeface="Arial" panose="020B0604020202020204" pitchFamily="34"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456889029"/>
      </p:ext>
    </p:extLst>
  </p:cSld>
  <p:clrMapOvr>
    <a:masterClrMapping/>
  </p:clrMapOvr>
  <p:extLst>
    <p:ext uri="{DCECCB84-F9BA-43D5-87BE-67443E8EF086}">
      <p15:sldGuideLst xmlns:p15="http://schemas.microsoft.com/office/powerpoint/2012/main">
        <p15:guide id="2" pos="5472" userDrawn="1">
          <p15:clr>
            <a:srgbClr val="FBAE40"/>
          </p15:clr>
        </p15:guide>
        <p15:guide id="3" pos="28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 - 1 Line">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noAutofit/>
          </a:bodyPr>
          <a:lstStyle/>
          <a:p>
            <a:fld id="{EF03F2D8-09E8-4F65-B5E4-919B7BA10877}" type="slidenum">
              <a:rPr lang="en-US" smtClean="0"/>
              <a:pPr/>
              <a:t>‹#›</a:t>
            </a:fld>
            <a:endParaRPr lang="en-US"/>
          </a:p>
        </p:txBody>
      </p:sp>
      <p:sp>
        <p:nvSpPr>
          <p:cNvPr id="8" name="Title 1">
            <a:extLst>
              <a:ext uri="{FF2B5EF4-FFF2-40B4-BE49-F238E27FC236}">
                <a16:creationId xmlns:a16="http://schemas.microsoft.com/office/drawing/2014/main" id="{89429205-19AE-4A97-87B8-66B78E2E9201}"/>
              </a:ext>
            </a:extLst>
          </p:cNvPr>
          <p:cNvSpPr>
            <a:spLocks noGrp="1"/>
          </p:cNvSpPr>
          <p:nvPr>
            <p:ph type="title" hasCustomPrompt="1"/>
          </p:nvPr>
        </p:nvSpPr>
        <p:spPr>
          <a:xfrm>
            <a:off x="457200" y="292608"/>
            <a:ext cx="7666310" cy="409067"/>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1-line headline</a:t>
            </a:r>
          </a:p>
        </p:txBody>
      </p:sp>
      <p:sp>
        <p:nvSpPr>
          <p:cNvPr id="6" name="Content Placeholder 2">
            <a:extLst>
              <a:ext uri="{FF2B5EF4-FFF2-40B4-BE49-F238E27FC236}">
                <a16:creationId xmlns:a16="http://schemas.microsoft.com/office/drawing/2014/main" id="{7CB90945-7AED-4112-B6D1-26508B719911}"/>
              </a:ext>
            </a:extLst>
          </p:cNvPr>
          <p:cNvSpPr>
            <a:spLocks noGrp="1"/>
          </p:cNvSpPr>
          <p:nvPr>
            <p:ph sz="quarter" idx="10"/>
          </p:nvPr>
        </p:nvSpPr>
        <p:spPr>
          <a:xfrm>
            <a:off x="457200" y="914400"/>
            <a:ext cx="3840480" cy="3357562"/>
          </a:xfrm>
        </p:spPr>
        <p:txBody>
          <a:bodyPr>
            <a:noAutofit/>
          </a:bodyPr>
          <a:lstStyle>
            <a:lvl1pPr>
              <a:defRPr sz="2000">
                <a:latin typeface="Arial" panose="020B0604020202020204" pitchFamily="34" charset="0"/>
                <a:cs typeface="Arial" panose="020B0604020202020204"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a:extLst>
              <a:ext uri="{FF2B5EF4-FFF2-40B4-BE49-F238E27FC236}">
                <a16:creationId xmlns:a16="http://schemas.microsoft.com/office/drawing/2014/main" id="{B3687BCB-45ED-4D39-87FE-DE0B5DB3E640}"/>
              </a:ext>
            </a:extLst>
          </p:cNvPr>
          <p:cNvSpPr>
            <a:spLocks noGrp="1"/>
          </p:cNvSpPr>
          <p:nvPr>
            <p:ph sz="quarter" idx="15"/>
          </p:nvPr>
        </p:nvSpPr>
        <p:spPr>
          <a:xfrm>
            <a:off x="4843464" y="914400"/>
            <a:ext cx="3840480" cy="3357562"/>
          </a:xfrm>
        </p:spPr>
        <p:txBody>
          <a:bodyPr>
            <a:noAutofit/>
          </a:bodyPr>
          <a:lstStyle>
            <a:lvl1pPr>
              <a:defRPr sz="2000">
                <a:latin typeface="Arial" panose="020B0604020202020204" pitchFamily="34" charset="0"/>
                <a:cs typeface="Arial" panose="020B0604020202020204"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918124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 - Text + Image - 1 Line">
    <p:spTree>
      <p:nvGrpSpPr>
        <p:cNvPr id="1" name=""/>
        <p:cNvGrpSpPr/>
        <p:nvPr/>
      </p:nvGrpSpPr>
      <p:grpSpPr>
        <a:xfrm>
          <a:off x="0" y="0"/>
          <a:ext cx="0" cy="0"/>
          <a:chOff x="0" y="0"/>
          <a:chExt cx="0" cy="0"/>
        </a:xfrm>
      </p:grpSpPr>
      <p:sp>
        <p:nvSpPr>
          <p:cNvPr id="8" name="Picture Placeholder 7"/>
          <p:cNvSpPr>
            <a:spLocks noGrp="1"/>
          </p:cNvSpPr>
          <p:nvPr>
            <p:ph type="pic" sz="quarter" idx="13" hasCustomPrompt="1"/>
          </p:nvPr>
        </p:nvSpPr>
        <p:spPr>
          <a:xfrm>
            <a:off x="4642792" y="0"/>
            <a:ext cx="4501207" cy="5143500"/>
          </a:xfrm>
          <a:prstGeom prst="rect">
            <a:avLst/>
          </a:prstGeom>
          <a:solidFill>
            <a:schemeClr val="accent6">
              <a:alpha val="30000"/>
            </a:schemeClr>
          </a:solidFill>
        </p:spPr>
        <p:txBody>
          <a:bodyPr tIns="914400" bIns="0" anchor="ctr" anchorCtr="0">
            <a:noAutofit/>
          </a:bodyPr>
          <a:lstStyle>
            <a:lvl1pPr marL="0" marR="0" indent="0" algn="ctr" defTabSz="914400" rtl="0" eaLnBrk="1" fontAlgn="auto" latinLnBrk="0" hangingPunct="1">
              <a:lnSpc>
                <a:spcPct val="100000"/>
              </a:lnSpc>
              <a:spcBef>
                <a:spcPts val="200"/>
              </a:spcBef>
              <a:spcAft>
                <a:spcPts val="0"/>
              </a:spcAft>
              <a:buClrTx/>
              <a:buSzTx/>
              <a:buFont typeface="Arial" panose="020B0604020202020204" pitchFamily="34" charset="0"/>
              <a:buNone/>
              <a:tabLst/>
              <a:defRPr sz="900" i="1">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6" name="Slide Number Placeholder 5"/>
          <p:cNvSpPr>
            <a:spLocks noGrp="1"/>
          </p:cNvSpPr>
          <p:nvPr>
            <p:ph type="sldNum" sz="quarter" idx="12"/>
          </p:nvPr>
        </p:nvSpPr>
        <p:spPr/>
        <p:txBody>
          <a:bodyPr>
            <a:noAutofit/>
          </a:bodyPr>
          <a:lstStyle>
            <a:lvl1pPr>
              <a:defRPr>
                <a:solidFill>
                  <a:schemeClr val="accent5"/>
                </a:solidFill>
              </a:defRPr>
            </a:lvl1pPr>
          </a:lstStyle>
          <a:p>
            <a:fld id="{EF03F2D8-09E8-4F65-B5E4-919B7BA10877}" type="slidenum">
              <a:rPr lang="en-US" smtClean="0"/>
              <a:pPr/>
              <a:t>‹#›</a:t>
            </a:fld>
            <a:endParaRPr lang="en-US" dirty="0"/>
          </a:p>
        </p:txBody>
      </p:sp>
      <p:sp>
        <p:nvSpPr>
          <p:cNvPr id="9" name="Content Placeholder 2">
            <a:extLst>
              <a:ext uri="{FF2B5EF4-FFF2-40B4-BE49-F238E27FC236}">
                <a16:creationId xmlns:a16="http://schemas.microsoft.com/office/drawing/2014/main" id="{D82B9EDD-F1CF-4345-9489-2A6B70128D53}"/>
              </a:ext>
            </a:extLst>
          </p:cNvPr>
          <p:cNvSpPr>
            <a:spLocks noGrp="1"/>
          </p:cNvSpPr>
          <p:nvPr>
            <p:ph sz="quarter" idx="10"/>
          </p:nvPr>
        </p:nvSpPr>
        <p:spPr>
          <a:xfrm>
            <a:off x="457200" y="911513"/>
            <a:ext cx="3840480" cy="3133838"/>
          </a:xfrm>
        </p:spPr>
        <p:txBody>
          <a:bodyPr>
            <a:noAutofit/>
          </a:bodyPr>
          <a:lstStyle>
            <a:lvl1pPr>
              <a:defRPr sz="2000">
                <a:latin typeface="Arial" panose="020B0604020202020204" pitchFamily="34" charset="0"/>
                <a:cs typeface="Arial" panose="020B0604020202020204" pitchFamily="34" charset="0"/>
              </a:defRPr>
            </a:lvl1pPr>
            <a:lvl2pPr>
              <a:defRPr sz="1600"/>
            </a:lvl2pPr>
            <a:lvl3pPr>
              <a:defRPr sz="14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Placeholder 1">
            <a:extLst>
              <a:ext uri="{FF2B5EF4-FFF2-40B4-BE49-F238E27FC236}">
                <a16:creationId xmlns:a16="http://schemas.microsoft.com/office/drawing/2014/main" id="{9961A5BB-488E-ADA4-2317-94394FF57910}"/>
              </a:ext>
            </a:extLst>
          </p:cNvPr>
          <p:cNvSpPr>
            <a:spLocks noGrp="1"/>
          </p:cNvSpPr>
          <p:nvPr>
            <p:ph type="title" hasCustomPrompt="1"/>
          </p:nvPr>
        </p:nvSpPr>
        <p:spPr>
          <a:xfrm>
            <a:off x="457199" y="292608"/>
            <a:ext cx="3856009" cy="394636"/>
          </a:xfrm>
          <a:prstGeom prst="rect">
            <a:avLst/>
          </a:prstGeom>
        </p:spPr>
        <p:txBody>
          <a:bodyPr vert="horz" wrap="square" lIns="0" tIns="0" rIns="0" bIns="0" rtlCol="0" anchor="t" anchorCtr="0">
            <a:noAutofit/>
          </a:bodyPr>
          <a:lstStyle>
            <a:lvl1pPr>
              <a:defRPr sz="2600"/>
            </a:lvl1pPr>
          </a:lstStyle>
          <a:p>
            <a:r>
              <a:rPr lang="en-US" dirty="0"/>
              <a:t>1-line headline</a:t>
            </a:r>
          </a:p>
        </p:txBody>
      </p:sp>
      <p:cxnSp>
        <p:nvCxnSpPr>
          <p:cNvPr id="5" name="Straight Connector 4">
            <a:extLst>
              <a:ext uri="{FF2B5EF4-FFF2-40B4-BE49-F238E27FC236}">
                <a16:creationId xmlns:a16="http://schemas.microsoft.com/office/drawing/2014/main" id="{473413E4-E2D8-A03C-CFE3-34BD3AA906B3}"/>
              </a:ext>
            </a:extLst>
          </p:cNvPr>
          <p:cNvCxnSpPr>
            <a:cxnSpLocks/>
          </p:cNvCxnSpPr>
          <p:nvPr userDrawn="1"/>
        </p:nvCxnSpPr>
        <p:spPr>
          <a:xfrm>
            <a:off x="457199" y="699391"/>
            <a:ext cx="3931921"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85523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B - Image + Text - 1 Line">
    <p:spTree>
      <p:nvGrpSpPr>
        <p:cNvPr id="1" name=""/>
        <p:cNvGrpSpPr/>
        <p:nvPr/>
      </p:nvGrpSpPr>
      <p:grpSpPr>
        <a:xfrm>
          <a:off x="0" y="0"/>
          <a:ext cx="0" cy="0"/>
          <a:chOff x="0" y="0"/>
          <a:chExt cx="0" cy="0"/>
        </a:xfrm>
      </p:grpSpPr>
      <p:sp>
        <p:nvSpPr>
          <p:cNvPr id="8" name="Picture Placeholder 7"/>
          <p:cNvSpPr>
            <a:spLocks noGrp="1"/>
          </p:cNvSpPr>
          <p:nvPr>
            <p:ph type="pic" sz="quarter" idx="13" hasCustomPrompt="1"/>
          </p:nvPr>
        </p:nvSpPr>
        <p:spPr>
          <a:xfrm>
            <a:off x="0" y="0"/>
            <a:ext cx="4572000" cy="5143500"/>
          </a:xfrm>
          <a:prstGeom prst="rect">
            <a:avLst/>
          </a:prstGeom>
          <a:solidFill>
            <a:schemeClr val="accent6">
              <a:alpha val="30000"/>
            </a:schemeClr>
          </a:solidFill>
        </p:spPr>
        <p:txBody>
          <a:bodyPr tIns="914400" bIns="0" anchor="ctr" anchorCtr="0">
            <a:noAutofit/>
          </a:bodyPr>
          <a:lstStyle>
            <a:lvl1pPr marL="0" marR="0" indent="0" algn="ctr" defTabSz="914400" rtl="0" eaLnBrk="1" fontAlgn="auto" latinLnBrk="0" hangingPunct="1">
              <a:lnSpc>
                <a:spcPct val="100000"/>
              </a:lnSpc>
              <a:spcBef>
                <a:spcPts val="200"/>
              </a:spcBef>
              <a:spcAft>
                <a:spcPts val="0"/>
              </a:spcAft>
              <a:buClrTx/>
              <a:buSzTx/>
              <a:buFont typeface="Arial" panose="020B0604020202020204" pitchFamily="34" charset="0"/>
              <a:buNone/>
              <a:tabLst/>
              <a:defRPr sz="900" i="1">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4" name="Slide Number Placeholder 4">
            <a:extLst>
              <a:ext uri="{FF2B5EF4-FFF2-40B4-BE49-F238E27FC236}">
                <a16:creationId xmlns:a16="http://schemas.microsoft.com/office/drawing/2014/main" id="{76B00C78-699C-7F9D-B72B-3C95CDF7281C}"/>
              </a:ext>
            </a:extLst>
          </p:cNvPr>
          <p:cNvSpPr>
            <a:spLocks noGrp="1"/>
          </p:cNvSpPr>
          <p:nvPr>
            <p:ph type="sldNum" sz="quarter" idx="12"/>
          </p:nvPr>
        </p:nvSpPr>
        <p:spPr>
          <a:xfrm>
            <a:off x="140861" y="4890957"/>
            <a:ext cx="246888" cy="122585"/>
          </a:xfrm>
        </p:spPr>
        <p:txBody>
          <a:bodyPr/>
          <a:lstStyle/>
          <a:p>
            <a:fld id="{EF03F2D8-09E8-4F65-B5E4-919B7BA10877}" type="slidenum">
              <a:rPr lang="en-US" smtClean="0"/>
              <a:pPr/>
              <a:t>‹#›</a:t>
            </a:fld>
            <a:endParaRPr lang="en-US"/>
          </a:p>
        </p:txBody>
      </p:sp>
      <p:sp>
        <p:nvSpPr>
          <p:cNvPr id="3" name="Content Placeholder 2">
            <a:extLst>
              <a:ext uri="{FF2B5EF4-FFF2-40B4-BE49-F238E27FC236}">
                <a16:creationId xmlns:a16="http://schemas.microsoft.com/office/drawing/2014/main" id="{FE3B768B-DAA3-DBA7-8FF7-3D69D676BFAB}"/>
              </a:ext>
            </a:extLst>
          </p:cNvPr>
          <p:cNvSpPr>
            <a:spLocks noGrp="1"/>
          </p:cNvSpPr>
          <p:nvPr>
            <p:ph sz="quarter" idx="10"/>
          </p:nvPr>
        </p:nvSpPr>
        <p:spPr>
          <a:xfrm>
            <a:off x="4962144" y="911513"/>
            <a:ext cx="3724656" cy="3133838"/>
          </a:xfrm>
        </p:spPr>
        <p:txBody>
          <a:bodyPr>
            <a:noAutofit/>
          </a:bodyPr>
          <a:lstStyle>
            <a:lvl1pPr>
              <a:defRPr sz="2000">
                <a:latin typeface="Arial" panose="020B0604020202020204" pitchFamily="34" charset="0"/>
                <a:cs typeface="Arial" panose="020B0604020202020204" pitchFamily="34" charset="0"/>
              </a:defRPr>
            </a:lvl1pPr>
            <a:lvl2pPr>
              <a:defRPr sz="1600"/>
            </a:lvl2pPr>
            <a:lvl3pPr>
              <a:defRPr sz="14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Placeholder 1">
            <a:extLst>
              <a:ext uri="{FF2B5EF4-FFF2-40B4-BE49-F238E27FC236}">
                <a16:creationId xmlns:a16="http://schemas.microsoft.com/office/drawing/2014/main" id="{394E5CB5-6CF2-3ED7-DF3B-8C0C8B5B86CE}"/>
              </a:ext>
            </a:extLst>
          </p:cNvPr>
          <p:cNvSpPr>
            <a:spLocks noGrp="1"/>
          </p:cNvSpPr>
          <p:nvPr>
            <p:ph type="title" hasCustomPrompt="1"/>
          </p:nvPr>
        </p:nvSpPr>
        <p:spPr>
          <a:xfrm>
            <a:off x="4962145" y="292608"/>
            <a:ext cx="3724656" cy="394636"/>
          </a:xfrm>
          <a:prstGeom prst="rect">
            <a:avLst/>
          </a:prstGeom>
        </p:spPr>
        <p:txBody>
          <a:bodyPr vert="horz" wrap="square" lIns="0" tIns="0" rIns="0" bIns="0" rtlCol="0" anchor="t" anchorCtr="0">
            <a:noAutofit/>
          </a:bodyPr>
          <a:lstStyle>
            <a:lvl1pPr>
              <a:defRPr sz="2600"/>
            </a:lvl1pPr>
          </a:lstStyle>
          <a:p>
            <a:r>
              <a:rPr lang="en-US" dirty="0"/>
              <a:t>1-line headline</a:t>
            </a:r>
          </a:p>
        </p:txBody>
      </p:sp>
      <p:cxnSp>
        <p:nvCxnSpPr>
          <p:cNvPr id="7" name="Straight Connector 6">
            <a:extLst>
              <a:ext uri="{FF2B5EF4-FFF2-40B4-BE49-F238E27FC236}">
                <a16:creationId xmlns:a16="http://schemas.microsoft.com/office/drawing/2014/main" id="{E42D2FD3-6A61-34BD-8710-812E84D06CD5}"/>
              </a:ext>
            </a:extLst>
          </p:cNvPr>
          <p:cNvCxnSpPr>
            <a:cxnSpLocks/>
          </p:cNvCxnSpPr>
          <p:nvPr userDrawn="1"/>
        </p:nvCxnSpPr>
        <p:spPr>
          <a:xfrm>
            <a:off x="4914337" y="699391"/>
            <a:ext cx="3931921"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85131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50/50  - 1 Line">
    <p:spTree>
      <p:nvGrpSpPr>
        <p:cNvPr id="1" name=""/>
        <p:cNvGrpSpPr/>
        <p:nvPr/>
      </p:nvGrpSpPr>
      <p:grpSpPr>
        <a:xfrm>
          <a:off x="0" y="0"/>
          <a:ext cx="0" cy="0"/>
          <a:chOff x="0" y="0"/>
          <a:chExt cx="0" cy="0"/>
        </a:xfrm>
      </p:grpSpPr>
      <p:sp>
        <p:nvSpPr>
          <p:cNvPr id="8" name="Picture Placeholder 7"/>
          <p:cNvSpPr>
            <a:spLocks noGrp="1"/>
          </p:cNvSpPr>
          <p:nvPr>
            <p:ph type="pic" sz="quarter" idx="13" hasCustomPrompt="1"/>
          </p:nvPr>
        </p:nvSpPr>
        <p:spPr>
          <a:xfrm>
            <a:off x="0" y="2571750"/>
            <a:ext cx="9144000" cy="2571750"/>
          </a:xfrm>
          <a:prstGeom prst="rect">
            <a:avLst/>
          </a:prstGeom>
          <a:solidFill>
            <a:schemeClr val="accent6">
              <a:alpha val="30000"/>
            </a:schemeClr>
          </a:solidFill>
        </p:spPr>
        <p:txBody>
          <a:bodyPr tIns="914400" bIns="0" anchor="ctr" anchorCtr="0">
            <a:noAutofit/>
          </a:bodyPr>
          <a:lstStyle>
            <a:lvl1pPr marL="0" marR="0" indent="0" algn="ctr" defTabSz="914400" rtl="0" eaLnBrk="1" fontAlgn="auto" latinLnBrk="0" hangingPunct="1">
              <a:lnSpc>
                <a:spcPct val="100000"/>
              </a:lnSpc>
              <a:spcBef>
                <a:spcPts val="200"/>
              </a:spcBef>
              <a:spcAft>
                <a:spcPts val="0"/>
              </a:spcAft>
              <a:buClrTx/>
              <a:buSzTx/>
              <a:buFont typeface="Arial" panose="020B0604020202020204" pitchFamily="34" charset="0"/>
              <a:buNone/>
              <a:tabLst/>
              <a:defRPr sz="900" i="1">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14" name="Content Placeholder 2">
            <a:extLst>
              <a:ext uri="{FF2B5EF4-FFF2-40B4-BE49-F238E27FC236}">
                <a16:creationId xmlns:a16="http://schemas.microsoft.com/office/drawing/2014/main" id="{BF206161-A30C-456D-A0C0-A2152F3EEA18}"/>
              </a:ext>
            </a:extLst>
          </p:cNvPr>
          <p:cNvSpPr>
            <a:spLocks noGrp="1"/>
          </p:cNvSpPr>
          <p:nvPr>
            <p:ph sz="quarter" idx="10"/>
          </p:nvPr>
        </p:nvSpPr>
        <p:spPr>
          <a:xfrm>
            <a:off x="457199" y="914400"/>
            <a:ext cx="7841412" cy="1522107"/>
          </a:xfrm>
        </p:spPr>
        <p:txBody>
          <a:bodyPr>
            <a:noAutofit/>
          </a:bodyPr>
          <a:lstStyle>
            <a:lvl1pPr>
              <a:defRPr sz="2000">
                <a:latin typeface="Arial" panose="020B0604020202020204" pitchFamily="34" charset="0"/>
                <a:cs typeface="Arial" panose="020B0604020202020204"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laceholder 1">
            <a:extLst>
              <a:ext uri="{FF2B5EF4-FFF2-40B4-BE49-F238E27FC236}">
                <a16:creationId xmlns:a16="http://schemas.microsoft.com/office/drawing/2014/main" id="{5D1EFA24-D132-7D01-0940-74981A968685}"/>
              </a:ext>
            </a:extLst>
          </p:cNvPr>
          <p:cNvSpPr>
            <a:spLocks noGrp="1"/>
          </p:cNvSpPr>
          <p:nvPr>
            <p:ph type="title" hasCustomPrompt="1"/>
          </p:nvPr>
        </p:nvSpPr>
        <p:spPr>
          <a:xfrm>
            <a:off x="457198" y="292608"/>
            <a:ext cx="7687623" cy="409067"/>
          </a:xfrm>
          <a:prstGeom prst="rect">
            <a:avLst/>
          </a:prstGeom>
        </p:spPr>
        <p:txBody>
          <a:bodyPr vert="horz" wrap="square" lIns="0" tIns="0" rIns="0" bIns="0" rtlCol="0" anchor="t" anchorCtr="0">
            <a:noAutofit/>
          </a:bodyPr>
          <a:lstStyle>
            <a:lvl1pPr>
              <a:defRPr sz="2600"/>
            </a:lvl1pPr>
          </a:lstStyle>
          <a:p>
            <a:r>
              <a:rPr lang="en-US" dirty="0"/>
              <a:t>1-line headline</a:t>
            </a:r>
          </a:p>
        </p:txBody>
      </p:sp>
      <p:sp>
        <p:nvSpPr>
          <p:cNvPr id="5" name="Slide Number Placeholder 4">
            <a:extLst>
              <a:ext uri="{FF2B5EF4-FFF2-40B4-BE49-F238E27FC236}">
                <a16:creationId xmlns:a16="http://schemas.microsoft.com/office/drawing/2014/main" id="{26228A8A-FF52-9961-349F-51DDB0BC4BC5}"/>
              </a:ext>
            </a:extLst>
          </p:cNvPr>
          <p:cNvSpPr>
            <a:spLocks noGrp="1"/>
          </p:cNvSpPr>
          <p:nvPr>
            <p:ph type="sldNum" sz="quarter" idx="12"/>
          </p:nvPr>
        </p:nvSpPr>
        <p:spPr>
          <a:xfrm>
            <a:off x="140861" y="4890957"/>
            <a:ext cx="246888" cy="122585"/>
          </a:xfrm>
        </p:spPr>
        <p:txBody>
          <a:bodyPr/>
          <a:lstStyle/>
          <a:p>
            <a:fld id="{EF03F2D8-09E8-4F65-B5E4-919B7BA10877}" type="slidenum">
              <a:rPr lang="en-US" smtClean="0"/>
              <a:pPr/>
              <a:t>‹#›</a:t>
            </a:fld>
            <a:endParaRPr lang="en-US"/>
          </a:p>
        </p:txBody>
      </p:sp>
      <p:cxnSp>
        <p:nvCxnSpPr>
          <p:cNvPr id="9" name="Straight Connector 8">
            <a:extLst>
              <a:ext uri="{FF2B5EF4-FFF2-40B4-BE49-F238E27FC236}">
                <a16:creationId xmlns:a16="http://schemas.microsoft.com/office/drawing/2014/main" id="{FEA0170D-091A-7F59-952F-3F6E190917ED}"/>
              </a:ext>
            </a:extLst>
          </p:cNvPr>
          <p:cNvCxnSpPr>
            <a:cxnSpLocks/>
          </p:cNvCxnSpPr>
          <p:nvPr userDrawn="1"/>
        </p:nvCxnSpPr>
        <p:spPr>
          <a:xfrm>
            <a:off x="457199" y="699391"/>
            <a:ext cx="8219441"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F7D0ECA0-899D-6140-2FD1-C867F335D83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238744" y="91440"/>
            <a:ext cx="933424" cy="339427"/>
          </a:xfrm>
          <a:prstGeom prst="rect">
            <a:avLst/>
          </a:prstGeom>
        </p:spPr>
      </p:pic>
    </p:spTree>
    <p:extLst>
      <p:ext uri="{BB962C8B-B14F-4D97-AF65-F5344CB8AC3E}">
        <p14:creationId xmlns:p14="http://schemas.microsoft.com/office/powerpoint/2010/main" val="28623266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Slide - Green">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03A375-8031-8133-6246-EEB51F15993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2" name="Rectangle 11">
            <a:extLst>
              <a:ext uri="{FF2B5EF4-FFF2-40B4-BE49-F238E27FC236}">
                <a16:creationId xmlns:a16="http://schemas.microsoft.com/office/drawing/2014/main" id="{3AB1C651-175E-364F-B1CD-368AAC546691}"/>
              </a:ext>
            </a:extLst>
          </p:cNvPr>
          <p:cNvSpPr/>
          <p:nvPr userDrawn="1"/>
        </p:nvSpPr>
        <p:spPr>
          <a:xfrm>
            <a:off x="0" y="0"/>
            <a:ext cx="7500395" cy="5143500"/>
          </a:xfrm>
          <a:prstGeom prst="rect">
            <a:avLst/>
          </a:prstGeom>
          <a:gradFill>
            <a:gsLst>
              <a:gs pos="0">
                <a:schemeClr val="accent1">
                  <a:lumMod val="5000"/>
                  <a:lumOff val="95000"/>
                  <a:alpha val="0"/>
                </a:schemeClr>
              </a:gs>
              <a:gs pos="85000">
                <a:schemeClr val="bg1">
                  <a:alpha val="69992"/>
                </a:schemeClr>
              </a:gs>
            </a:gsLst>
            <a:lin ang="10800000" scaled="1"/>
          </a:gradFill>
        </p:spPr>
        <p:txBody>
          <a:bodyPr wrap="square" rtlCol="0" anchor="ctr" anchorCtr="0">
            <a:noAutofit/>
          </a:bodyPr>
          <a:lstStyle/>
          <a:p>
            <a:pPr algn="ctr"/>
            <a:endParaRPr lang="en-US" sz="1600" dirty="0" err="1">
              <a:solidFill>
                <a:schemeClr val="bg1"/>
              </a:solidFill>
            </a:endParaRPr>
          </a:p>
        </p:txBody>
      </p:sp>
      <p:pic>
        <p:nvPicPr>
          <p:cNvPr id="4" name="Graphic 3">
            <a:extLst>
              <a:ext uri="{FF2B5EF4-FFF2-40B4-BE49-F238E27FC236}">
                <a16:creationId xmlns:a16="http://schemas.microsoft.com/office/drawing/2014/main" id="{FF02CC47-1F21-A46D-D0AC-5452854B93E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8744" y="91440"/>
            <a:ext cx="933424" cy="339427"/>
          </a:xfrm>
          <a:prstGeom prst="rect">
            <a:avLst/>
          </a:prstGeom>
        </p:spPr>
      </p:pic>
    </p:spTree>
    <p:extLst>
      <p:ext uri="{BB962C8B-B14F-4D97-AF65-F5344CB8AC3E}">
        <p14:creationId xmlns:p14="http://schemas.microsoft.com/office/powerpoint/2010/main" val="25840454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Slide - Black">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4FC017-21A8-0A31-0771-FE82055690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5" name="Rectangle 14">
            <a:extLst>
              <a:ext uri="{FF2B5EF4-FFF2-40B4-BE49-F238E27FC236}">
                <a16:creationId xmlns:a16="http://schemas.microsoft.com/office/drawing/2014/main" id="{1F260B82-7E2E-62AD-6BB3-E6E7D9ADB2BE}"/>
              </a:ext>
            </a:extLst>
          </p:cNvPr>
          <p:cNvSpPr/>
          <p:nvPr userDrawn="1"/>
        </p:nvSpPr>
        <p:spPr>
          <a:xfrm>
            <a:off x="0" y="0"/>
            <a:ext cx="7500395" cy="5143500"/>
          </a:xfrm>
          <a:prstGeom prst="rect">
            <a:avLst/>
          </a:prstGeom>
          <a:gradFill>
            <a:gsLst>
              <a:gs pos="0">
                <a:schemeClr val="accent1">
                  <a:lumMod val="5000"/>
                  <a:lumOff val="95000"/>
                  <a:alpha val="0"/>
                </a:schemeClr>
              </a:gs>
              <a:gs pos="85000">
                <a:schemeClr val="tx1">
                  <a:alpha val="60000"/>
                </a:schemeClr>
              </a:gs>
            </a:gsLst>
            <a:lin ang="10800000" scaled="1"/>
          </a:gradFill>
        </p:spPr>
        <p:txBody>
          <a:bodyPr wrap="square" rtlCol="0" anchor="ctr" anchorCtr="0">
            <a:noAutofit/>
          </a:bodyPr>
          <a:lstStyle/>
          <a:p>
            <a:pPr algn="ctr"/>
            <a:endParaRPr lang="en-US" sz="1600" dirty="0" err="1">
              <a:solidFill>
                <a:schemeClr val="bg1"/>
              </a:solidFill>
            </a:endParaRPr>
          </a:p>
        </p:txBody>
      </p:sp>
      <p:pic>
        <p:nvPicPr>
          <p:cNvPr id="2" name="Graphic 1">
            <a:extLst>
              <a:ext uri="{FF2B5EF4-FFF2-40B4-BE49-F238E27FC236}">
                <a16:creationId xmlns:a16="http://schemas.microsoft.com/office/drawing/2014/main" id="{259BFB02-F9FE-D48D-E80E-B0AC7750F87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6126" y="90454"/>
            <a:ext cx="930402" cy="338328"/>
          </a:xfrm>
          <a:prstGeom prst="rect">
            <a:avLst/>
          </a:prstGeom>
        </p:spPr>
      </p:pic>
    </p:spTree>
    <p:extLst>
      <p:ext uri="{BB962C8B-B14F-4D97-AF65-F5344CB8AC3E}">
        <p14:creationId xmlns:p14="http://schemas.microsoft.com/office/powerpoint/2010/main" val="38309114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Slide - Whi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F5CCDD1-1D46-AE6F-578F-F2D645CD20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63563"/>
          </a:xfrm>
          <a:prstGeom prst="rect">
            <a:avLst/>
          </a:prstGeom>
        </p:spPr>
      </p:pic>
      <p:sp>
        <p:nvSpPr>
          <p:cNvPr id="15" name="Rectangle 14">
            <a:extLst>
              <a:ext uri="{FF2B5EF4-FFF2-40B4-BE49-F238E27FC236}">
                <a16:creationId xmlns:a16="http://schemas.microsoft.com/office/drawing/2014/main" id="{1F260B82-7E2E-62AD-6BB3-E6E7D9ADB2BE}"/>
              </a:ext>
            </a:extLst>
          </p:cNvPr>
          <p:cNvSpPr/>
          <p:nvPr userDrawn="1"/>
        </p:nvSpPr>
        <p:spPr>
          <a:xfrm>
            <a:off x="0" y="0"/>
            <a:ext cx="7500395" cy="5143500"/>
          </a:xfrm>
          <a:prstGeom prst="rect">
            <a:avLst/>
          </a:prstGeom>
          <a:gradFill>
            <a:gsLst>
              <a:gs pos="0">
                <a:schemeClr val="accent1">
                  <a:lumMod val="5000"/>
                  <a:lumOff val="95000"/>
                  <a:alpha val="0"/>
                </a:schemeClr>
              </a:gs>
              <a:gs pos="100000">
                <a:schemeClr val="bg1"/>
              </a:gs>
            </a:gsLst>
            <a:lin ang="10800000" scaled="1"/>
          </a:gradFill>
        </p:spPr>
        <p:txBody>
          <a:bodyPr wrap="square" rtlCol="0" anchor="ctr" anchorCtr="0">
            <a:noAutofit/>
          </a:bodyPr>
          <a:lstStyle/>
          <a:p>
            <a:pPr algn="ctr"/>
            <a:endParaRPr lang="en-US" sz="1600" dirty="0" err="1">
              <a:solidFill>
                <a:schemeClr val="bg1"/>
              </a:solidFill>
            </a:endParaRPr>
          </a:p>
        </p:txBody>
      </p:sp>
      <p:pic>
        <p:nvPicPr>
          <p:cNvPr id="2" name="Graphic 1">
            <a:extLst>
              <a:ext uri="{FF2B5EF4-FFF2-40B4-BE49-F238E27FC236}">
                <a16:creationId xmlns:a16="http://schemas.microsoft.com/office/drawing/2014/main" id="{F31F7F6F-A052-090E-367A-B5CAB5A55EC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8046" y="91285"/>
            <a:ext cx="933424" cy="339427"/>
          </a:xfrm>
          <a:prstGeom prst="rect">
            <a:avLst/>
          </a:prstGeom>
        </p:spPr>
      </p:pic>
    </p:spTree>
    <p:extLst>
      <p:ext uri="{BB962C8B-B14F-4D97-AF65-F5344CB8AC3E}">
        <p14:creationId xmlns:p14="http://schemas.microsoft.com/office/powerpoint/2010/main" val="10547614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Q&amp;A Slide - Green">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03A375-8031-8133-6246-EEB51F15993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2" name="Rectangle 11">
            <a:extLst>
              <a:ext uri="{FF2B5EF4-FFF2-40B4-BE49-F238E27FC236}">
                <a16:creationId xmlns:a16="http://schemas.microsoft.com/office/drawing/2014/main" id="{3AB1C651-175E-364F-B1CD-368AAC546691}"/>
              </a:ext>
            </a:extLst>
          </p:cNvPr>
          <p:cNvSpPr/>
          <p:nvPr userDrawn="1"/>
        </p:nvSpPr>
        <p:spPr>
          <a:xfrm>
            <a:off x="0" y="0"/>
            <a:ext cx="7500395" cy="5143500"/>
          </a:xfrm>
          <a:prstGeom prst="rect">
            <a:avLst/>
          </a:prstGeom>
          <a:gradFill>
            <a:gsLst>
              <a:gs pos="0">
                <a:schemeClr val="accent1">
                  <a:lumMod val="5000"/>
                  <a:lumOff val="95000"/>
                  <a:alpha val="0"/>
                </a:schemeClr>
              </a:gs>
              <a:gs pos="85000">
                <a:schemeClr val="bg1">
                  <a:alpha val="69992"/>
                </a:schemeClr>
              </a:gs>
            </a:gsLst>
            <a:lin ang="10800000" scaled="1"/>
          </a:gradFill>
        </p:spPr>
        <p:txBody>
          <a:bodyPr wrap="square" rtlCol="0" anchor="ctr" anchorCtr="0">
            <a:noAutofit/>
          </a:bodyPr>
          <a:lstStyle/>
          <a:p>
            <a:pPr algn="ctr"/>
            <a:endParaRPr lang="en-US" sz="1600" dirty="0" err="1">
              <a:solidFill>
                <a:schemeClr val="bg1"/>
              </a:solidFill>
            </a:endParaRPr>
          </a:p>
        </p:txBody>
      </p:sp>
      <p:cxnSp>
        <p:nvCxnSpPr>
          <p:cNvPr id="4" name="Straight Connector 3">
            <a:extLst>
              <a:ext uri="{FF2B5EF4-FFF2-40B4-BE49-F238E27FC236}">
                <a16:creationId xmlns:a16="http://schemas.microsoft.com/office/drawing/2014/main" id="{F90433F2-6914-BF18-B40A-6F5DF132F514}"/>
              </a:ext>
            </a:extLst>
          </p:cNvPr>
          <p:cNvCxnSpPr/>
          <p:nvPr userDrawn="1"/>
        </p:nvCxnSpPr>
        <p:spPr>
          <a:xfrm>
            <a:off x="745435" y="2459935"/>
            <a:ext cx="5774635" cy="0"/>
          </a:xfrm>
          <a:prstGeom prst="line">
            <a:avLst/>
          </a:prstGeom>
          <a:ln w="6350">
            <a:solidFill>
              <a:schemeClr val="bg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Title 2">
            <a:extLst>
              <a:ext uri="{FF2B5EF4-FFF2-40B4-BE49-F238E27FC236}">
                <a16:creationId xmlns:a16="http://schemas.microsoft.com/office/drawing/2014/main" id="{CD16C99F-7B3B-E270-0B8E-15E1EB87A30A}"/>
              </a:ext>
            </a:extLst>
          </p:cNvPr>
          <p:cNvSpPr txBox="1">
            <a:spLocks/>
          </p:cNvSpPr>
          <p:nvPr userDrawn="1"/>
        </p:nvSpPr>
        <p:spPr>
          <a:xfrm>
            <a:off x="646585" y="1743786"/>
            <a:ext cx="5885833" cy="696633"/>
          </a:xfrm>
          <a:prstGeom prst="rect">
            <a:avLst/>
          </a:prstGeom>
        </p:spPr>
        <p:txBody>
          <a:bodyPr>
            <a:noAutofit/>
          </a:bodyPr>
          <a:lstStyle>
            <a:lvl1pPr algn="l" defTabSz="914400" rtl="0" eaLnBrk="1" latinLnBrk="0" hangingPunct="1">
              <a:lnSpc>
                <a:spcPct val="85000"/>
              </a:lnSpc>
              <a:spcBef>
                <a:spcPct val="0"/>
              </a:spcBef>
              <a:buNone/>
              <a:defRPr sz="2800" b="0" i="0" kern="1200" spc="0" baseline="0">
                <a:solidFill>
                  <a:schemeClr val="tx1"/>
                </a:solidFill>
                <a:latin typeface="Arial Narrow" panose="020B0604020202020204" pitchFamily="34" charset="0"/>
                <a:ea typeface="+mj-ea"/>
                <a:cs typeface="Arial Narrow" panose="020B0604020202020204" pitchFamily="34" charset="0"/>
              </a:defRPr>
            </a:lvl1pPr>
          </a:lstStyle>
          <a:p>
            <a:r>
              <a:rPr lang="en-US" sz="4400" dirty="0">
                <a:solidFill>
                  <a:schemeClr val="tx1"/>
                </a:solidFill>
                <a:latin typeface="Arial" panose="020B0604020202020204" pitchFamily="34" charset="0"/>
                <a:cs typeface="Arial" panose="020B0604020202020204" pitchFamily="34" charset="0"/>
              </a:rPr>
              <a:t>Q&amp;A</a:t>
            </a:r>
          </a:p>
        </p:txBody>
      </p:sp>
      <p:pic>
        <p:nvPicPr>
          <p:cNvPr id="6" name="Graphic 5">
            <a:extLst>
              <a:ext uri="{FF2B5EF4-FFF2-40B4-BE49-F238E27FC236}">
                <a16:creationId xmlns:a16="http://schemas.microsoft.com/office/drawing/2014/main" id="{4212D126-010E-6B1D-4220-ECE08B9368D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8046" y="91285"/>
            <a:ext cx="933424" cy="339427"/>
          </a:xfrm>
          <a:prstGeom prst="rect">
            <a:avLst/>
          </a:prstGeom>
        </p:spPr>
      </p:pic>
    </p:spTree>
    <p:extLst>
      <p:ext uri="{BB962C8B-B14F-4D97-AF65-F5344CB8AC3E}">
        <p14:creationId xmlns:p14="http://schemas.microsoft.com/office/powerpoint/2010/main" val="35214152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Q&amp;A Slide - Black">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4FC017-21A8-0A31-0771-FE82055690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5" name="Rectangle 14">
            <a:extLst>
              <a:ext uri="{FF2B5EF4-FFF2-40B4-BE49-F238E27FC236}">
                <a16:creationId xmlns:a16="http://schemas.microsoft.com/office/drawing/2014/main" id="{1F260B82-7E2E-62AD-6BB3-E6E7D9ADB2BE}"/>
              </a:ext>
            </a:extLst>
          </p:cNvPr>
          <p:cNvSpPr/>
          <p:nvPr userDrawn="1"/>
        </p:nvSpPr>
        <p:spPr>
          <a:xfrm>
            <a:off x="0" y="0"/>
            <a:ext cx="7500395" cy="5143500"/>
          </a:xfrm>
          <a:prstGeom prst="rect">
            <a:avLst/>
          </a:prstGeom>
          <a:gradFill>
            <a:gsLst>
              <a:gs pos="0">
                <a:schemeClr val="accent1">
                  <a:lumMod val="5000"/>
                  <a:lumOff val="95000"/>
                  <a:alpha val="0"/>
                </a:schemeClr>
              </a:gs>
              <a:gs pos="85000">
                <a:schemeClr val="tx1">
                  <a:alpha val="60000"/>
                </a:schemeClr>
              </a:gs>
            </a:gsLst>
            <a:lin ang="10800000" scaled="1"/>
          </a:gradFill>
        </p:spPr>
        <p:txBody>
          <a:bodyPr wrap="square" rtlCol="0" anchor="ctr" anchorCtr="0">
            <a:noAutofit/>
          </a:bodyPr>
          <a:lstStyle/>
          <a:p>
            <a:pPr algn="ctr"/>
            <a:endParaRPr lang="en-US" sz="1600" dirty="0" err="1">
              <a:solidFill>
                <a:schemeClr val="bg1"/>
              </a:solidFill>
            </a:endParaRPr>
          </a:p>
        </p:txBody>
      </p:sp>
      <p:pic>
        <p:nvPicPr>
          <p:cNvPr id="2" name="Graphic 1">
            <a:extLst>
              <a:ext uri="{FF2B5EF4-FFF2-40B4-BE49-F238E27FC236}">
                <a16:creationId xmlns:a16="http://schemas.microsoft.com/office/drawing/2014/main" id="{259BFB02-F9FE-D48D-E80E-B0AC7750F87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6126" y="90454"/>
            <a:ext cx="930402" cy="338328"/>
          </a:xfrm>
          <a:prstGeom prst="rect">
            <a:avLst/>
          </a:prstGeom>
        </p:spPr>
      </p:pic>
      <p:cxnSp>
        <p:nvCxnSpPr>
          <p:cNvPr id="4" name="Straight Connector 3">
            <a:extLst>
              <a:ext uri="{FF2B5EF4-FFF2-40B4-BE49-F238E27FC236}">
                <a16:creationId xmlns:a16="http://schemas.microsoft.com/office/drawing/2014/main" id="{03601273-1E03-B2E0-8D6F-C6732C24B6C8}"/>
              </a:ext>
            </a:extLst>
          </p:cNvPr>
          <p:cNvCxnSpPr/>
          <p:nvPr userDrawn="1"/>
        </p:nvCxnSpPr>
        <p:spPr>
          <a:xfrm>
            <a:off x="745435" y="2459935"/>
            <a:ext cx="5774635"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Title 2">
            <a:extLst>
              <a:ext uri="{FF2B5EF4-FFF2-40B4-BE49-F238E27FC236}">
                <a16:creationId xmlns:a16="http://schemas.microsoft.com/office/drawing/2014/main" id="{77C142CB-7350-F386-E2F0-0C69E9111D5E}"/>
              </a:ext>
            </a:extLst>
          </p:cNvPr>
          <p:cNvSpPr txBox="1">
            <a:spLocks/>
          </p:cNvSpPr>
          <p:nvPr userDrawn="1"/>
        </p:nvSpPr>
        <p:spPr>
          <a:xfrm>
            <a:off x="646585" y="1743786"/>
            <a:ext cx="5885833" cy="696633"/>
          </a:xfrm>
          <a:prstGeom prst="rect">
            <a:avLst/>
          </a:prstGeom>
        </p:spPr>
        <p:txBody>
          <a:bodyPr>
            <a:noAutofit/>
          </a:bodyPr>
          <a:lstStyle>
            <a:lvl1pPr algn="l" defTabSz="914400" rtl="0" eaLnBrk="1" latinLnBrk="0" hangingPunct="1">
              <a:lnSpc>
                <a:spcPct val="85000"/>
              </a:lnSpc>
              <a:spcBef>
                <a:spcPct val="0"/>
              </a:spcBef>
              <a:buNone/>
              <a:defRPr sz="2800" b="0" i="0" kern="1200" spc="0" baseline="0">
                <a:solidFill>
                  <a:schemeClr val="tx1"/>
                </a:solidFill>
                <a:latin typeface="Arial Narrow" panose="020B0604020202020204" pitchFamily="34" charset="0"/>
                <a:ea typeface="+mj-ea"/>
                <a:cs typeface="Arial Narrow" panose="020B0604020202020204" pitchFamily="34" charset="0"/>
              </a:defRPr>
            </a:lvl1pPr>
          </a:lstStyle>
          <a:p>
            <a:r>
              <a:rPr lang="en-US" sz="4400" dirty="0">
                <a:solidFill>
                  <a:schemeClr val="bg1"/>
                </a:solidFill>
                <a:latin typeface="Arial" panose="020B0604020202020204" pitchFamily="34" charset="0"/>
                <a:cs typeface="Arial" panose="020B0604020202020204" pitchFamily="34" charset="0"/>
              </a:rPr>
              <a:t>Q&amp;A</a:t>
            </a:r>
          </a:p>
        </p:txBody>
      </p:sp>
    </p:spTree>
    <p:extLst>
      <p:ext uri="{BB962C8B-B14F-4D97-AF65-F5344CB8AC3E}">
        <p14:creationId xmlns:p14="http://schemas.microsoft.com/office/powerpoint/2010/main" val="23257710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Q&amp;A Slide - Whi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F5CCDD1-1D46-AE6F-578F-F2D645CD20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63563"/>
          </a:xfrm>
          <a:prstGeom prst="rect">
            <a:avLst/>
          </a:prstGeom>
        </p:spPr>
      </p:pic>
      <p:sp>
        <p:nvSpPr>
          <p:cNvPr id="15" name="Rectangle 14">
            <a:extLst>
              <a:ext uri="{FF2B5EF4-FFF2-40B4-BE49-F238E27FC236}">
                <a16:creationId xmlns:a16="http://schemas.microsoft.com/office/drawing/2014/main" id="{1F260B82-7E2E-62AD-6BB3-E6E7D9ADB2BE}"/>
              </a:ext>
            </a:extLst>
          </p:cNvPr>
          <p:cNvSpPr/>
          <p:nvPr userDrawn="1"/>
        </p:nvSpPr>
        <p:spPr>
          <a:xfrm>
            <a:off x="0" y="0"/>
            <a:ext cx="7500395" cy="5143500"/>
          </a:xfrm>
          <a:prstGeom prst="rect">
            <a:avLst/>
          </a:prstGeom>
          <a:gradFill>
            <a:gsLst>
              <a:gs pos="0">
                <a:schemeClr val="accent1">
                  <a:lumMod val="5000"/>
                  <a:lumOff val="95000"/>
                  <a:alpha val="0"/>
                </a:schemeClr>
              </a:gs>
              <a:gs pos="100000">
                <a:schemeClr val="bg1"/>
              </a:gs>
            </a:gsLst>
            <a:lin ang="10800000" scaled="1"/>
          </a:gradFill>
        </p:spPr>
        <p:txBody>
          <a:bodyPr wrap="square" rtlCol="0" anchor="ctr" anchorCtr="0">
            <a:noAutofit/>
          </a:bodyPr>
          <a:lstStyle/>
          <a:p>
            <a:pPr algn="ctr"/>
            <a:endParaRPr lang="en-US" sz="1600" dirty="0" err="1">
              <a:solidFill>
                <a:schemeClr val="bg1"/>
              </a:solidFill>
            </a:endParaRPr>
          </a:p>
        </p:txBody>
      </p:sp>
      <p:pic>
        <p:nvPicPr>
          <p:cNvPr id="2" name="Graphic 1">
            <a:extLst>
              <a:ext uri="{FF2B5EF4-FFF2-40B4-BE49-F238E27FC236}">
                <a16:creationId xmlns:a16="http://schemas.microsoft.com/office/drawing/2014/main" id="{F31F7F6F-A052-090E-367A-B5CAB5A55EC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8046" y="91285"/>
            <a:ext cx="933424" cy="339427"/>
          </a:xfrm>
          <a:prstGeom prst="rect">
            <a:avLst/>
          </a:prstGeom>
        </p:spPr>
      </p:pic>
      <p:cxnSp>
        <p:nvCxnSpPr>
          <p:cNvPr id="3" name="Straight Connector 2">
            <a:extLst>
              <a:ext uri="{FF2B5EF4-FFF2-40B4-BE49-F238E27FC236}">
                <a16:creationId xmlns:a16="http://schemas.microsoft.com/office/drawing/2014/main" id="{888810EB-3D75-D21E-81F2-52B2D398F145}"/>
              </a:ext>
            </a:extLst>
          </p:cNvPr>
          <p:cNvCxnSpPr/>
          <p:nvPr userDrawn="1"/>
        </p:nvCxnSpPr>
        <p:spPr>
          <a:xfrm>
            <a:off x="745435" y="2459935"/>
            <a:ext cx="5774635"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Title 2">
            <a:extLst>
              <a:ext uri="{FF2B5EF4-FFF2-40B4-BE49-F238E27FC236}">
                <a16:creationId xmlns:a16="http://schemas.microsoft.com/office/drawing/2014/main" id="{02135B0B-C832-312D-562E-9FEABC439ABB}"/>
              </a:ext>
            </a:extLst>
          </p:cNvPr>
          <p:cNvSpPr txBox="1">
            <a:spLocks/>
          </p:cNvSpPr>
          <p:nvPr userDrawn="1"/>
        </p:nvSpPr>
        <p:spPr>
          <a:xfrm>
            <a:off x="646585" y="1743786"/>
            <a:ext cx="5885833" cy="696633"/>
          </a:xfrm>
          <a:prstGeom prst="rect">
            <a:avLst/>
          </a:prstGeom>
        </p:spPr>
        <p:txBody>
          <a:bodyPr>
            <a:noAutofit/>
          </a:bodyPr>
          <a:lstStyle>
            <a:lvl1pPr algn="l" defTabSz="914400" rtl="0" eaLnBrk="1" latinLnBrk="0" hangingPunct="1">
              <a:lnSpc>
                <a:spcPct val="85000"/>
              </a:lnSpc>
              <a:spcBef>
                <a:spcPct val="0"/>
              </a:spcBef>
              <a:buNone/>
              <a:defRPr sz="2800" b="0" i="0" kern="1200" spc="0" baseline="0">
                <a:solidFill>
                  <a:schemeClr val="tx1"/>
                </a:solidFill>
                <a:latin typeface="Arial Narrow" panose="020B0604020202020204" pitchFamily="34" charset="0"/>
                <a:ea typeface="+mj-ea"/>
                <a:cs typeface="Arial Narrow" panose="020B0604020202020204" pitchFamily="34" charset="0"/>
              </a:defRPr>
            </a:lvl1pPr>
          </a:lstStyle>
          <a:p>
            <a:r>
              <a:rPr lang="en-US" sz="4400" dirty="0">
                <a:solidFill>
                  <a:schemeClr val="tx1"/>
                </a:solidFill>
                <a:latin typeface="Arial" panose="020B0604020202020204" pitchFamily="34" charset="0"/>
                <a:cs typeface="Arial" panose="020B0604020202020204" pitchFamily="34" charset="0"/>
              </a:rPr>
              <a:t>Q&amp;A</a:t>
            </a:r>
          </a:p>
        </p:txBody>
      </p:sp>
    </p:spTree>
    <p:extLst>
      <p:ext uri="{BB962C8B-B14F-4D97-AF65-F5344CB8AC3E}">
        <p14:creationId xmlns:p14="http://schemas.microsoft.com/office/powerpoint/2010/main" val="20627435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hank you slide - Green">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03A375-8031-8133-6246-EEB51F15993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2" name="Rectangle 11">
            <a:extLst>
              <a:ext uri="{FF2B5EF4-FFF2-40B4-BE49-F238E27FC236}">
                <a16:creationId xmlns:a16="http://schemas.microsoft.com/office/drawing/2014/main" id="{3AB1C651-175E-364F-B1CD-368AAC546691}"/>
              </a:ext>
            </a:extLst>
          </p:cNvPr>
          <p:cNvSpPr/>
          <p:nvPr userDrawn="1"/>
        </p:nvSpPr>
        <p:spPr>
          <a:xfrm>
            <a:off x="0" y="0"/>
            <a:ext cx="7500395" cy="5143500"/>
          </a:xfrm>
          <a:prstGeom prst="rect">
            <a:avLst/>
          </a:prstGeom>
          <a:gradFill>
            <a:gsLst>
              <a:gs pos="0">
                <a:schemeClr val="accent1">
                  <a:lumMod val="5000"/>
                  <a:lumOff val="95000"/>
                  <a:alpha val="0"/>
                </a:schemeClr>
              </a:gs>
              <a:gs pos="85000">
                <a:schemeClr val="bg1">
                  <a:alpha val="69992"/>
                </a:schemeClr>
              </a:gs>
            </a:gsLst>
            <a:lin ang="10800000" scaled="1"/>
          </a:gradFill>
        </p:spPr>
        <p:txBody>
          <a:bodyPr wrap="square" rtlCol="0" anchor="ctr" anchorCtr="0">
            <a:noAutofit/>
          </a:bodyPr>
          <a:lstStyle/>
          <a:p>
            <a:pPr algn="ctr"/>
            <a:endParaRPr lang="en-US" sz="1600" dirty="0" err="1">
              <a:solidFill>
                <a:schemeClr val="bg1"/>
              </a:solidFill>
            </a:endParaRPr>
          </a:p>
        </p:txBody>
      </p:sp>
      <p:pic>
        <p:nvPicPr>
          <p:cNvPr id="2" name="Graphic 1">
            <a:extLst>
              <a:ext uri="{FF2B5EF4-FFF2-40B4-BE49-F238E27FC236}">
                <a16:creationId xmlns:a16="http://schemas.microsoft.com/office/drawing/2014/main" id="{D9699750-BF2F-593B-08CA-B0703863FA3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8046" y="84935"/>
            <a:ext cx="933424" cy="339427"/>
          </a:xfrm>
          <a:prstGeom prst="rect">
            <a:avLst/>
          </a:prstGeom>
        </p:spPr>
      </p:pic>
      <p:cxnSp>
        <p:nvCxnSpPr>
          <p:cNvPr id="4" name="Straight Connector 3">
            <a:extLst>
              <a:ext uri="{FF2B5EF4-FFF2-40B4-BE49-F238E27FC236}">
                <a16:creationId xmlns:a16="http://schemas.microsoft.com/office/drawing/2014/main" id="{F90433F2-6914-BF18-B40A-6F5DF132F514}"/>
              </a:ext>
            </a:extLst>
          </p:cNvPr>
          <p:cNvCxnSpPr/>
          <p:nvPr userDrawn="1"/>
        </p:nvCxnSpPr>
        <p:spPr>
          <a:xfrm>
            <a:off x="745435" y="2459935"/>
            <a:ext cx="5774635" cy="0"/>
          </a:xfrm>
          <a:prstGeom prst="line">
            <a:avLst/>
          </a:prstGeom>
          <a:ln w="6350">
            <a:solidFill>
              <a:schemeClr val="bg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Title 2">
            <a:extLst>
              <a:ext uri="{FF2B5EF4-FFF2-40B4-BE49-F238E27FC236}">
                <a16:creationId xmlns:a16="http://schemas.microsoft.com/office/drawing/2014/main" id="{CD16C99F-7B3B-E270-0B8E-15E1EB87A30A}"/>
              </a:ext>
            </a:extLst>
          </p:cNvPr>
          <p:cNvSpPr txBox="1">
            <a:spLocks/>
          </p:cNvSpPr>
          <p:nvPr userDrawn="1"/>
        </p:nvSpPr>
        <p:spPr>
          <a:xfrm>
            <a:off x="646585" y="1743786"/>
            <a:ext cx="5885833" cy="696633"/>
          </a:xfrm>
          <a:prstGeom prst="rect">
            <a:avLst/>
          </a:prstGeom>
        </p:spPr>
        <p:txBody>
          <a:bodyPr>
            <a:noAutofit/>
          </a:bodyPr>
          <a:lstStyle>
            <a:lvl1pPr algn="l" defTabSz="914400" rtl="0" eaLnBrk="1" latinLnBrk="0" hangingPunct="1">
              <a:lnSpc>
                <a:spcPct val="85000"/>
              </a:lnSpc>
              <a:spcBef>
                <a:spcPct val="0"/>
              </a:spcBef>
              <a:buNone/>
              <a:defRPr sz="2800" b="0" i="0" kern="1200" spc="0" baseline="0">
                <a:solidFill>
                  <a:schemeClr val="tx1"/>
                </a:solidFill>
                <a:latin typeface="Arial Narrow" panose="020B0604020202020204" pitchFamily="34" charset="0"/>
                <a:ea typeface="+mj-ea"/>
                <a:cs typeface="Arial Narrow" panose="020B0604020202020204" pitchFamily="34" charset="0"/>
              </a:defRPr>
            </a:lvl1pPr>
          </a:lstStyle>
          <a:p>
            <a:pPr marL="0" indent="0">
              <a:tabLst>
                <a:tab pos="2111375" algn="l"/>
              </a:tabLst>
            </a:pPr>
            <a:r>
              <a:rPr lang="en-US" sz="4400" dirty="0">
                <a:solidFill>
                  <a:schemeClr val="tx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12121954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hank you slide - Black">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4FC017-21A8-0A31-0771-FE82055690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5" name="Rectangle 14">
            <a:extLst>
              <a:ext uri="{FF2B5EF4-FFF2-40B4-BE49-F238E27FC236}">
                <a16:creationId xmlns:a16="http://schemas.microsoft.com/office/drawing/2014/main" id="{1F260B82-7E2E-62AD-6BB3-E6E7D9ADB2BE}"/>
              </a:ext>
            </a:extLst>
          </p:cNvPr>
          <p:cNvSpPr/>
          <p:nvPr userDrawn="1"/>
        </p:nvSpPr>
        <p:spPr>
          <a:xfrm>
            <a:off x="0" y="0"/>
            <a:ext cx="7500395" cy="5143500"/>
          </a:xfrm>
          <a:prstGeom prst="rect">
            <a:avLst/>
          </a:prstGeom>
          <a:gradFill>
            <a:gsLst>
              <a:gs pos="0">
                <a:schemeClr val="accent1">
                  <a:lumMod val="5000"/>
                  <a:lumOff val="95000"/>
                  <a:alpha val="0"/>
                </a:schemeClr>
              </a:gs>
              <a:gs pos="85000">
                <a:schemeClr val="tx1">
                  <a:alpha val="60000"/>
                </a:schemeClr>
              </a:gs>
            </a:gsLst>
            <a:lin ang="10800000" scaled="1"/>
          </a:gradFill>
        </p:spPr>
        <p:txBody>
          <a:bodyPr wrap="square" rtlCol="0" anchor="ctr" anchorCtr="0">
            <a:noAutofit/>
          </a:bodyPr>
          <a:lstStyle/>
          <a:p>
            <a:pPr algn="ctr"/>
            <a:endParaRPr lang="en-US" sz="1600" dirty="0" err="1">
              <a:solidFill>
                <a:schemeClr val="bg1"/>
              </a:solidFill>
            </a:endParaRPr>
          </a:p>
        </p:txBody>
      </p:sp>
      <p:pic>
        <p:nvPicPr>
          <p:cNvPr id="2" name="Graphic 1">
            <a:extLst>
              <a:ext uri="{FF2B5EF4-FFF2-40B4-BE49-F238E27FC236}">
                <a16:creationId xmlns:a16="http://schemas.microsoft.com/office/drawing/2014/main" id="{259BFB02-F9FE-D48D-E80E-B0AC7750F87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6126" y="90454"/>
            <a:ext cx="930402" cy="338328"/>
          </a:xfrm>
          <a:prstGeom prst="rect">
            <a:avLst/>
          </a:prstGeom>
        </p:spPr>
      </p:pic>
      <p:cxnSp>
        <p:nvCxnSpPr>
          <p:cNvPr id="4" name="Straight Connector 3">
            <a:extLst>
              <a:ext uri="{FF2B5EF4-FFF2-40B4-BE49-F238E27FC236}">
                <a16:creationId xmlns:a16="http://schemas.microsoft.com/office/drawing/2014/main" id="{03601273-1E03-B2E0-8D6F-C6732C24B6C8}"/>
              </a:ext>
            </a:extLst>
          </p:cNvPr>
          <p:cNvCxnSpPr/>
          <p:nvPr userDrawn="1"/>
        </p:nvCxnSpPr>
        <p:spPr>
          <a:xfrm>
            <a:off x="745435" y="2459935"/>
            <a:ext cx="5774635"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Title 2">
            <a:extLst>
              <a:ext uri="{FF2B5EF4-FFF2-40B4-BE49-F238E27FC236}">
                <a16:creationId xmlns:a16="http://schemas.microsoft.com/office/drawing/2014/main" id="{77C142CB-7350-F386-E2F0-0C69E9111D5E}"/>
              </a:ext>
            </a:extLst>
          </p:cNvPr>
          <p:cNvSpPr txBox="1">
            <a:spLocks/>
          </p:cNvSpPr>
          <p:nvPr userDrawn="1"/>
        </p:nvSpPr>
        <p:spPr>
          <a:xfrm>
            <a:off x="646585" y="1743786"/>
            <a:ext cx="5885833" cy="696633"/>
          </a:xfrm>
          <a:prstGeom prst="rect">
            <a:avLst/>
          </a:prstGeom>
        </p:spPr>
        <p:txBody>
          <a:bodyPr>
            <a:noAutofit/>
          </a:bodyPr>
          <a:lstStyle>
            <a:lvl1pPr algn="l" defTabSz="914400" rtl="0" eaLnBrk="1" latinLnBrk="0" hangingPunct="1">
              <a:lnSpc>
                <a:spcPct val="85000"/>
              </a:lnSpc>
              <a:spcBef>
                <a:spcPct val="0"/>
              </a:spcBef>
              <a:buNone/>
              <a:defRPr sz="2800" b="0" i="0" kern="1200" spc="0" baseline="0">
                <a:solidFill>
                  <a:schemeClr val="tx1"/>
                </a:solidFill>
                <a:latin typeface="Arial Narrow" panose="020B0604020202020204" pitchFamily="34" charset="0"/>
                <a:ea typeface="+mj-ea"/>
                <a:cs typeface="Arial Narrow" panose="020B0604020202020204" pitchFamily="34" charset="0"/>
              </a:defRPr>
            </a:lvl1pPr>
          </a:lstStyle>
          <a:p>
            <a:r>
              <a:rPr lang="en-US" sz="4400" dirty="0">
                <a:solidFill>
                  <a:schemeClr val="bg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1998907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hank you slide - Whi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F5CCDD1-1D46-AE6F-578F-F2D645CD20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63563"/>
          </a:xfrm>
          <a:prstGeom prst="rect">
            <a:avLst/>
          </a:prstGeom>
        </p:spPr>
      </p:pic>
      <p:sp>
        <p:nvSpPr>
          <p:cNvPr id="15" name="Rectangle 14">
            <a:extLst>
              <a:ext uri="{FF2B5EF4-FFF2-40B4-BE49-F238E27FC236}">
                <a16:creationId xmlns:a16="http://schemas.microsoft.com/office/drawing/2014/main" id="{1F260B82-7E2E-62AD-6BB3-E6E7D9ADB2BE}"/>
              </a:ext>
            </a:extLst>
          </p:cNvPr>
          <p:cNvSpPr/>
          <p:nvPr userDrawn="1"/>
        </p:nvSpPr>
        <p:spPr>
          <a:xfrm>
            <a:off x="0" y="0"/>
            <a:ext cx="7500395" cy="5143500"/>
          </a:xfrm>
          <a:prstGeom prst="rect">
            <a:avLst/>
          </a:prstGeom>
          <a:gradFill>
            <a:gsLst>
              <a:gs pos="0">
                <a:schemeClr val="accent1">
                  <a:lumMod val="5000"/>
                  <a:lumOff val="95000"/>
                  <a:alpha val="0"/>
                </a:schemeClr>
              </a:gs>
              <a:gs pos="100000">
                <a:schemeClr val="bg1"/>
              </a:gs>
            </a:gsLst>
            <a:lin ang="10800000" scaled="1"/>
          </a:gradFill>
        </p:spPr>
        <p:txBody>
          <a:bodyPr wrap="square" rtlCol="0" anchor="ctr" anchorCtr="0">
            <a:noAutofit/>
          </a:bodyPr>
          <a:lstStyle/>
          <a:p>
            <a:pPr algn="ctr"/>
            <a:endParaRPr lang="en-US" sz="1600" dirty="0" err="1">
              <a:solidFill>
                <a:schemeClr val="bg1"/>
              </a:solidFill>
            </a:endParaRPr>
          </a:p>
        </p:txBody>
      </p:sp>
      <p:pic>
        <p:nvPicPr>
          <p:cNvPr id="2" name="Graphic 1">
            <a:extLst>
              <a:ext uri="{FF2B5EF4-FFF2-40B4-BE49-F238E27FC236}">
                <a16:creationId xmlns:a16="http://schemas.microsoft.com/office/drawing/2014/main" id="{F31F7F6F-A052-090E-367A-B5CAB5A55EC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8046" y="91285"/>
            <a:ext cx="933424" cy="339427"/>
          </a:xfrm>
          <a:prstGeom prst="rect">
            <a:avLst/>
          </a:prstGeom>
        </p:spPr>
      </p:pic>
      <p:cxnSp>
        <p:nvCxnSpPr>
          <p:cNvPr id="3" name="Straight Connector 2">
            <a:extLst>
              <a:ext uri="{FF2B5EF4-FFF2-40B4-BE49-F238E27FC236}">
                <a16:creationId xmlns:a16="http://schemas.microsoft.com/office/drawing/2014/main" id="{888810EB-3D75-D21E-81F2-52B2D398F145}"/>
              </a:ext>
            </a:extLst>
          </p:cNvPr>
          <p:cNvCxnSpPr/>
          <p:nvPr userDrawn="1"/>
        </p:nvCxnSpPr>
        <p:spPr>
          <a:xfrm>
            <a:off x="745435" y="2459935"/>
            <a:ext cx="5774635"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Title 2">
            <a:extLst>
              <a:ext uri="{FF2B5EF4-FFF2-40B4-BE49-F238E27FC236}">
                <a16:creationId xmlns:a16="http://schemas.microsoft.com/office/drawing/2014/main" id="{02135B0B-C832-312D-562E-9FEABC439ABB}"/>
              </a:ext>
            </a:extLst>
          </p:cNvPr>
          <p:cNvSpPr txBox="1">
            <a:spLocks/>
          </p:cNvSpPr>
          <p:nvPr userDrawn="1"/>
        </p:nvSpPr>
        <p:spPr>
          <a:xfrm>
            <a:off x="646585" y="1743786"/>
            <a:ext cx="5885833" cy="696633"/>
          </a:xfrm>
          <a:prstGeom prst="rect">
            <a:avLst/>
          </a:prstGeom>
        </p:spPr>
        <p:txBody>
          <a:bodyPr>
            <a:noAutofit/>
          </a:bodyPr>
          <a:lstStyle>
            <a:lvl1pPr algn="l" defTabSz="914400" rtl="0" eaLnBrk="1" latinLnBrk="0" hangingPunct="1">
              <a:lnSpc>
                <a:spcPct val="85000"/>
              </a:lnSpc>
              <a:spcBef>
                <a:spcPct val="0"/>
              </a:spcBef>
              <a:buNone/>
              <a:defRPr sz="2800" b="0" i="0" kern="1200" spc="0" baseline="0">
                <a:solidFill>
                  <a:schemeClr val="tx1"/>
                </a:solidFill>
                <a:latin typeface="Arial Narrow" panose="020B0604020202020204" pitchFamily="34" charset="0"/>
                <a:ea typeface="+mj-ea"/>
                <a:cs typeface="Arial Narrow" panose="020B0604020202020204" pitchFamily="34" charset="0"/>
              </a:defRPr>
            </a:lvl1pPr>
          </a:lstStyle>
          <a:p>
            <a:r>
              <a:rPr lang="en-US" sz="4400" dirty="0">
                <a:solidFill>
                  <a:schemeClr val="tx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396391763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804B4CE-947B-BB42-BF8F-CA633BB92A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599817" y="2080387"/>
            <a:ext cx="3944366" cy="982726"/>
          </a:xfrm>
          <a:prstGeom prst="rect">
            <a:avLst/>
          </a:prstGeom>
        </p:spPr>
      </p:pic>
    </p:spTree>
    <p:extLst>
      <p:ext uri="{BB962C8B-B14F-4D97-AF65-F5344CB8AC3E}">
        <p14:creationId xmlns:p14="http://schemas.microsoft.com/office/powerpoint/2010/main" val="9722353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emplate Section Info Slide">
    <p:bg>
      <p:bgPr>
        <a:solidFill>
          <a:schemeClr val="accent3"/>
        </a:solidFill>
        <a:effectLst/>
      </p:bgPr>
    </p:bg>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861AEF07-A214-EE40-ACEC-917DF182E153}"/>
              </a:ext>
            </a:extLst>
          </p:cNvPr>
          <p:cNvSpPr>
            <a:spLocks noGrp="1"/>
          </p:cNvSpPr>
          <p:nvPr>
            <p:ph type="title"/>
          </p:nvPr>
        </p:nvSpPr>
        <p:spPr>
          <a:xfrm>
            <a:off x="478237" y="1977381"/>
            <a:ext cx="8187526" cy="784830"/>
          </a:xfrm>
          <a:prstGeom prst="rect">
            <a:avLst/>
          </a:prstGeom>
        </p:spPr>
        <p:txBody>
          <a:bodyPr>
            <a:noAutofit/>
          </a:bodyPr>
          <a:lstStyle>
            <a:lvl1pPr algn="ctr">
              <a:defRPr sz="6000">
                <a:solidFill>
                  <a:schemeClr val="bg1"/>
                </a:solidFill>
              </a:defRPr>
            </a:lvl1pPr>
          </a:lstStyle>
          <a:p>
            <a:r>
              <a:rPr lang="en-US"/>
              <a:t>Click to edit Master title style</a:t>
            </a:r>
            <a:endParaRPr lang="en-US" dirty="0"/>
          </a:p>
        </p:txBody>
      </p:sp>
      <p:sp>
        <p:nvSpPr>
          <p:cNvPr id="9" name="Title 9">
            <a:extLst>
              <a:ext uri="{FF2B5EF4-FFF2-40B4-BE49-F238E27FC236}">
                <a16:creationId xmlns:a16="http://schemas.microsoft.com/office/drawing/2014/main" id="{23F1FA4F-2918-C347-8B19-B811C49073BF}"/>
              </a:ext>
            </a:extLst>
          </p:cNvPr>
          <p:cNvSpPr txBox="1">
            <a:spLocks/>
          </p:cNvSpPr>
          <p:nvPr userDrawn="1"/>
        </p:nvSpPr>
        <p:spPr>
          <a:xfrm>
            <a:off x="420180" y="3699906"/>
            <a:ext cx="8187526" cy="209288"/>
          </a:xfrm>
          <a:prstGeom prst="rect">
            <a:avLst/>
          </a:prstGeom>
        </p:spPr>
        <p:txBody>
          <a:bodyPr vert="horz" wrap="square" lIns="0" tIns="0" rIns="0" bIns="0" rtlCol="0" anchor="t" anchorCtr="0">
            <a:noAutofit/>
          </a:bodyPr>
          <a:lstStyle>
            <a:lvl1pPr algn="ctr" defTabSz="914400" rtl="0" eaLnBrk="1" latinLnBrk="0" hangingPunct="1">
              <a:lnSpc>
                <a:spcPct val="85000"/>
              </a:lnSpc>
              <a:spcBef>
                <a:spcPct val="0"/>
              </a:spcBef>
              <a:buNone/>
              <a:defRPr sz="6000" kern="1200" spc="80" baseline="0">
                <a:solidFill>
                  <a:schemeClr val="tx1"/>
                </a:solidFill>
                <a:latin typeface="Bahnschrift SemiBold Condensed" panose="020B0502040204020203" pitchFamily="34" charset="0"/>
                <a:ea typeface="+mj-ea"/>
                <a:cs typeface="+mj-cs"/>
              </a:defRPr>
            </a:lvl1pPr>
          </a:lstStyle>
          <a:p>
            <a:r>
              <a:rPr lang="en-US" sz="1600" dirty="0">
                <a:solidFill>
                  <a:schemeClr val="bg1"/>
                </a:solidFill>
                <a:latin typeface="Arial Narrow" panose="020B0606020202030204" pitchFamily="34" charset="0"/>
              </a:rPr>
              <a:t>ATTENTION: DO NOT USE THIS YELLOW SLIDE IN YOUR PRESENTATIONS.</a:t>
            </a:r>
            <a:br>
              <a:rPr lang="en-US" sz="1600" dirty="0">
                <a:solidFill>
                  <a:schemeClr val="bg1"/>
                </a:solidFill>
                <a:latin typeface="Arial Narrow" panose="020B0606020202030204" pitchFamily="34" charset="0"/>
              </a:rPr>
            </a:br>
            <a:r>
              <a:rPr lang="en-US" sz="1600" dirty="0">
                <a:solidFill>
                  <a:schemeClr val="bg1"/>
                </a:solidFill>
                <a:latin typeface="Arial Narrow" panose="020B0606020202030204" pitchFamily="34" charset="0"/>
              </a:rPr>
              <a:t>(FOR SECTION ORGANIZATION ONLY)</a:t>
            </a:r>
          </a:p>
        </p:txBody>
      </p:sp>
    </p:spTree>
    <p:extLst>
      <p:ext uri="{BB962C8B-B14F-4D97-AF65-F5344CB8AC3E}">
        <p14:creationId xmlns:p14="http://schemas.microsoft.com/office/powerpoint/2010/main" val="31182537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Cover - 2/3 Image - 2 Lin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1738745"/>
            <a:ext cx="9144000" cy="3404754"/>
          </a:xfrm>
          <a:prstGeom prst="rect">
            <a:avLst/>
          </a:prstGeom>
          <a:solidFill>
            <a:schemeClr val="accent6">
              <a:alpha val="30000"/>
            </a:schemeClr>
          </a:solidFill>
        </p:spPr>
        <p:txBody>
          <a:bodyPr tIns="914400" bIns="0" anchor="ctr" anchorCtr="0">
            <a:no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6" name="Text Placeholder 5">
            <a:extLst>
              <a:ext uri="{FF2B5EF4-FFF2-40B4-BE49-F238E27FC236}">
                <a16:creationId xmlns:a16="http://schemas.microsoft.com/office/drawing/2014/main" id="{8B49E139-ED80-4E3A-817B-42F21564837D}"/>
              </a:ext>
            </a:extLst>
          </p:cNvPr>
          <p:cNvSpPr>
            <a:spLocks noGrp="1"/>
          </p:cNvSpPr>
          <p:nvPr>
            <p:ph type="body" sz="quarter" idx="11"/>
          </p:nvPr>
        </p:nvSpPr>
        <p:spPr>
          <a:xfrm>
            <a:off x="460770" y="1151649"/>
            <a:ext cx="7842155" cy="254000"/>
          </a:xfrm>
          <a:prstGeom prst="rect">
            <a:avLst/>
          </a:prstGeom>
        </p:spPr>
        <p:txBody>
          <a:bodyPr lIns="0" tIns="0" rIns="0" bIns="0">
            <a:noAutofit/>
          </a:bodyPr>
          <a:lstStyle>
            <a:lvl1pPr>
              <a:defRPr sz="1600" b="0">
                <a:solidFill>
                  <a:schemeClr val="accent1"/>
                </a:solidFill>
                <a:latin typeface="Arial" panose="020B0604020202020204" pitchFamily="34" charset="0"/>
                <a:cs typeface="Arial" panose="020B0604020202020204" pitchFamily="34" charset="0"/>
              </a:defRPr>
            </a:lvl1pPr>
          </a:lstStyle>
          <a:p>
            <a:pPr lvl="0"/>
            <a:r>
              <a:rPr lang="en-US" dirty="0"/>
              <a:t>Click to edit Master text styles</a:t>
            </a:r>
          </a:p>
        </p:txBody>
      </p:sp>
      <p:sp>
        <p:nvSpPr>
          <p:cNvPr id="2" name="Title Placeholder 1">
            <a:extLst>
              <a:ext uri="{FF2B5EF4-FFF2-40B4-BE49-F238E27FC236}">
                <a16:creationId xmlns:a16="http://schemas.microsoft.com/office/drawing/2014/main" id="{79CB2938-7BA3-4BD8-79D0-37B4C0BE2ABE}"/>
              </a:ext>
            </a:extLst>
          </p:cNvPr>
          <p:cNvSpPr>
            <a:spLocks noGrp="1"/>
          </p:cNvSpPr>
          <p:nvPr>
            <p:ph type="title" hasCustomPrompt="1"/>
          </p:nvPr>
        </p:nvSpPr>
        <p:spPr>
          <a:xfrm>
            <a:off x="457199" y="292608"/>
            <a:ext cx="6964880" cy="357566"/>
          </a:xfrm>
          <a:prstGeom prst="rect">
            <a:avLst/>
          </a:prstGeom>
        </p:spPr>
        <p:txBody>
          <a:bodyPr vert="horz" wrap="square" lIns="0" tIns="0" rIns="0" bIns="0" rtlCol="0" anchor="t" anchorCtr="0">
            <a:noAutofit/>
          </a:bodyPr>
          <a:lstStyle>
            <a:lvl1pPr>
              <a:defRPr>
                <a:solidFill>
                  <a:schemeClr val="tx1"/>
                </a:solidFill>
              </a:defRPr>
            </a:lvl1pPr>
          </a:lstStyle>
          <a:p>
            <a:r>
              <a:rPr lang="en-US" dirty="0"/>
              <a:t>2-line headline</a:t>
            </a:r>
          </a:p>
        </p:txBody>
      </p:sp>
      <p:sp>
        <p:nvSpPr>
          <p:cNvPr id="7" name="Text Placeholder 11">
            <a:extLst>
              <a:ext uri="{FF2B5EF4-FFF2-40B4-BE49-F238E27FC236}">
                <a16:creationId xmlns:a16="http://schemas.microsoft.com/office/drawing/2014/main" id="{4613BC77-3210-B9BA-C4F1-001EDD54AC39}"/>
              </a:ext>
            </a:extLst>
          </p:cNvPr>
          <p:cNvSpPr>
            <a:spLocks noGrp="1"/>
          </p:cNvSpPr>
          <p:nvPr>
            <p:ph type="body" sz="quarter" idx="12" hasCustomPrompt="1"/>
          </p:nvPr>
        </p:nvSpPr>
        <p:spPr>
          <a:xfrm>
            <a:off x="457200" y="1477371"/>
            <a:ext cx="4114800" cy="156523"/>
          </a:xfrm>
        </p:spPr>
        <p:txBody>
          <a:bodyPr anchor="b"/>
          <a:lstStyle>
            <a:lvl1pPr indent="0">
              <a:defRPr sz="1000" b="0">
                <a:solidFill>
                  <a:schemeClr val="tx1"/>
                </a:solidFill>
                <a:latin typeface="+mn-lt"/>
              </a:defRPr>
            </a:lvl1pPr>
            <a:lvl2pPr indent="0">
              <a:defRPr sz="1000">
                <a:solidFill>
                  <a:schemeClr val="tx1"/>
                </a:solidFill>
                <a:latin typeface="+mn-lt"/>
              </a:defRPr>
            </a:lvl2pPr>
            <a:lvl3pPr indent="0">
              <a:defRPr sz="1000">
                <a:solidFill>
                  <a:schemeClr val="tx1"/>
                </a:solidFill>
                <a:latin typeface="+mn-lt"/>
              </a:defRPr>
            </a:lvl3pPr>
            <a:lvl4pPr indent="0">
              <a:defRPr sz="1000">
                <a:solidFill>
                  <a:schemeClr val="tx1"/>
                </a:solidFill>
                <a:latin typeface="+mn-lt"/>
              </a:defRPr>
            </a:lvl4pPr>
            <a:lvl5pPr indent="0">
              <a:defRPr sz="1000">
                <a:solidFill>
                  <a:schemeClr val="tx1"/>
                </a:solidFill>
                <a:latin typeface="+mn-lt"/>
              </a:defRPr>
            </a:lvl5pPr>
          </a:lstStyle>
          <a:p>
            <a:pPr lvl="0"/>
            <a:r>
              <a:rPr lang="en-US" dirty="0"/>
              <a:t>MM.DD.YYYY  |  Presenter’s Name, Title (optional)</a:t>
            </a:r>
          </a:p>
        </p:txBody>
      </p:sp>
      <p:pic>
        <p:nvPicPr>
          <p:cNvPr id="13" name="Picture 12">
            <a:extLst>
              <a:ext uri="{FF2B5EF4-FFF2-40B4-BE49-F238E27FC236}">
                <a16:creationId xmlns:a16="http://schemas.microsoft.com/office/drawing/2014/main" id="{6B576425-608C-E83A-A1D2-25CD59EE303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3955" t="16604" r="12883" b="16939"/>
          <a:stretch/>
        </p:blipFill>
        <p:spPr>
          <a:xfrm>
            <a:off x="0" y="1725282"/>
            <a:ext cx="9144000" cy="3418217"/>
          </a:xfrm>
          <a:prstGeom prst="rect">
            <a:avLst/>
          </a:prstGeom>
        </p:spPr>
      </p:pic>
      <p:pic>
        <p:nvPicPr>
          <p:cNvPr id="3" name="Graphic 2">
            <a:extLst>
              <a:ext uri="{FF2B5EF4-FFF2-40B4-BE49-F238E27FC236}">
                <a16:creationId xmlns:a16="http://schemas.microsoft.com/office/drawing/2014/main" id="{3AF2498E-2511-30A1-BFD6-85BBBE6A603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57955" y="76241"/>
            <a:ext cx="1634490" cy="594360"/>
          </a:xfrm>
          <a:prstGeom prst="rect">
            <a:avLst/>
          </a:prstGeom>
        </p:spPr>
      </p:pic>
      <p:cxnSp>
        <p:nvCxnSpPr>
          <p:cNvPr id="4" name="Straight Connector 3">
            <a:extLst>
              <a:ext uri="{FF2B5EF4-FFF2-40B4-BE49-F238E27FC236}">
                <a16:creationId xmlns:a16="http://schemas.microsoft.com/office/drawing/2014/main" id="{B9C4E3FF-1378-00F4-22E4-0AD3EBF9CE41}"/>
              </a:ext>
            </a:extLst>
          </p:cNvPr>
          <p:cNvCxnSpPr>
            <a:cxnSpLocks/>
          </p:cNvCxnSpPr>
          <p:nvPr userDrawn="1"/>
        </p:nvCxnSpPr>
        <p:spPr>
          <a:xfrm>
            <a:off x="457199" y="1010962"/>
            <a:ext cx="6961798"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302737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Cover - Full Image - 2 Lin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840C4FC-AB0C-8242-61A1-4A0622145A8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3955" r="12883"/>
          <a:stretch/>
        </p:blipFill>
        <p:spPr>
          <a:xfrm>
            <a:off x="0" y="0"/>
            <a:ext cx="9144000" cy="5143500"/>
          </a:xfrm>
          <a:prstGeom prst="rect">
            <a:avLst/>
          </a:prstGeom>
        </p:spPr>
      </p:pic>
      <p:sp>
        <p:nvSpPr>
          <p:cNvPr id="9" name="Rectangle 8">
            <a:extLst>
              <a:ext uri="{FF2B5EF4-FFF2-40B4-BE49-F238E27FC236}">
                <a16:creationId xmlns:a16="http://schemas.microsoft.com/office/drawing/2014/main" id="{924AD74D-C251-3B01-72BD-200F342D41BA}"/>
              </a:ext>
            </a:extLst>
          </p:cNvPr>
          <p:cNvSpPr/>
          <p:nvPr userDrawn="1"/>
        </p:nvSpPr>
        <p:spPr>
          <a:xfrm>
            <a:off x="0" y="1"/>
            <a:ext cx="9144000" cy="3237078"/>
          </a:xfrm>
          <a:prstGeom prst="rect">
            <a:avLst/>
          </a:prstGeom>
          <a:gradFill>
            <a:gsLst>
              <a:gs pos="0">
                <a:schemeClr val="tx1">
                  <a:alpha val="72000"/>
                </a:schemeClr>
              </a:gs>
              <a:gs pos="100000">
                <a:schemeClr val="tx1">
                  <a:alpha val="0"/>
                </a:schemeClr>
              </a:gs>
            </a:gsLst>
            <a:lin ang="5400000" scaled="1"/>
          </a:gradFill>
        </p:spPr>
        <p:txBody>
          <a:bodyPr wrap="square" rtlCol="0" anchor="ctr" anchorCtr="0">
            <a:noAutofit/>
          </a:bodyPr>
          <a:lstStyle/>
          <a:p>
            <a:pPr algn="ctr"/>
            <a:endParaRPr lang="en-US" sz="1600" dirty="0" err="1">
              <a:solidFill>
                <a:schemeClr val="bg1"/>
              </a:solidFill>
            </a:endParaRPr>
          </a:p>
        </p:txBody>
      </p:sp>
      <p:sp>
        <p:nvSpPr>
          <p:cNvPr id="6" name="Text Placeholder 5">
            <a:extLst>
              <a:ext uri="{FF2B5EF4-FFF2-40B4-BE49-F238E27FC236}">
                <a16:creationId xmlns:a16="http://schemas.microsoft.com/office/drawing/2014/main" id="{8B49E139-ED80-4E3A-817B-42F21564837D}"/>
              </a:ext>
            </a:extLst>
          </p:cNvPr>
          <p:cNvSpPr>
            <a:spLocks noGrp="1"/>
          </p:cNvSpPr>
          <p:nvPr>
            <p:ph type="body" sz="quarter" idx="11"/>
          </p:nvPr>
        </p:nvSpPr>
        <p:spPr>
          <a:xfrm>
            <a:off x="460771" y="1161535"/>
            <a:ext cx="6992576" cy="254000"/>
          </a:xfrm>
          <a:prstGeom prst="rect">
            <a:avLst/>
          </a:prstGeom>
        </p:spPr>
        <p:txBody>
          <a:bodyPr lIns="0" tIns="0" rIns="0" bIns="0">
            <a:noAutofit/>
          </a:bodyPr>
          <a:lstStyle>
            <a:lvl1pPr>
              <a:defRPr sz="1600" b="0">
                <a:solidFill>
                  <a:schemeClr val="accent1"/>
                </a:solidFill>
                <a:latin typeface="Arial" panose="020B0604020202020204" pitchFamily="34" charset="0"/>
                <a:cs typeface="Arial" panose="020B0604020202020204" pitchFamily="34" charset="0"/>
              </a:defRPr>
            </a:lvl1pPr>
          </a:lstStyle>
          <a:p>
            <a:pPr lvl="0"/>
            <a:r>
              <a:rPr lang="en-US" dirty="0"/>
              <a:t>Click to edit Master text styles</a:t>
            </a:r>
          </a:p>
        </p:txBody>
      </p:sp>
      <p:sp>
        <p:nvSpPr>
          <p:cNvPr id="2" name="Title Placeholder 1">
            <a:extLst>
              <a:ext uri="{FF2B5EF4-FFF2-40B4-BE49-F238E27FC236}">
                <a16:creationId xmlns:a16="http://schemas.microsoft.com/office/drawing/2014/main" id="{79CB2938-7BA3-4BD8-79D0-37B4C0BE2ABE}"/>
              </a:ext>
            </a:extLst>
          </p:cNvPr>
          <p:cNvSpPr>
            <a:spLocks noGrp="1"/>
          </p:cNvSpPr>
          <p:nvPr>
            <p:ph type="title" hasCustomPrompt="1"/>
          </p:nvPr>
        </p:nvSpPr>
        <p:spPr>
          <a:xfrm>
            <a:off x="457199" y="292608"/>
            <a:ext cx="7015656" cy="390503"/>
          </a:xfrm>
          <a:prstGeom prst="rect">
            <a:avLst/>
          </a:prstGeom>
        </p:spPr>
        <p:txBody>
          <a:bodyPr vert="horz" wrap="square" lIns="0" tIns="0" rIns="0" bIns="0" rtlCol="0" anchor="t" anchorCtr="0">
            <a:noAutofit/>
          </a:bodyPr>
          <a:lstStyle>
            <a:lvl1pPr>
              <a:defRPr>
                <a:solidFill>
                  <a:schemeClr val="bg1"/>
                </a:solidFill>
              </a:defRPr>
            </a:lvl1pPr>
          </a:lstStyle>
          <a:p>
            <a:r>
              <a:rPr lang="en-US" dirty="0"/>
              <a:t>2-line headline</a:t>
            </a:r>
          </a:p>
        </p:txBody>
      </p:sp>
      <p:sp>
        <p:nvSpPr>
          <p:cNvPr id="10" name="Text Placeholder 5">
            <a:extLst>
              <a:ext uri="{FF2B5EF4-FFF2-40B4-BE49-F238E27FC236}">
                <a16:creationId xmlns:a16="http://schemas.microsoft.com/office/drawing/2014/main" id="{BC2E9137-BA71-197B-767B-0BCAE8E89BC8}"/>
              </a:ext>
            </a:extLst>
          </p:cNvPr>
          <p:cNvSpPr>
            <a:spLocks noGrp="1"/>
          </p:cNvSpPr>
          <p:nvPr>
            <p:ph type="body" sz="quarter" idx="13" hasCustomPrompt="1"/>
          </p:nvPr>
        </p:nvSpPr>
        <p:spPr>
          <a:xfrm>
            <a:off x="460771" y="1504950"/>
            <a:ext cx="3115095" cy="349729"/>
          </a:xfrm>
          <a:prstGeom prst="rect">
            <a:avLst/>
          </a:prstGeom>
        </p:spPr>
        <p:txBody>
          <a:bodyPr lIns="0" tIns="0" rIns="0" bIns="0">
            <a:noAutofit/>
          </a:bodyPr>
          <a:lstStyle>
            <a:lvl1pPr>
              <a:defRPr sz="1000" b="0">
                <a:solidFill>
                  <a:schemeClr val="bg1"/>
                </a:solidFill>
                <a:latin typeface="Arial" panose="020B0604020202020204" pitchFamily="34" charset="0"/>
                <a:cs typeface="Arial" panose="020B0604020202020204" pitchFamily="34" charset="0"/>
              </a:defRPr>
            </a:lvl1pPr>
          </a:lstStyle>
          <a:p>
            <a:pPr lvl="0"/>
            <a:r>
              <a:rPr lang="en-US" dirty="0"/>
              <a:t>XX.XX.XXXX    |    Presenter Name, Title</a:t>
            </a:r>
          </a:p>
        </p:txBody>
      </p:sp>
      <p:pic>
        <p:nvPicPr>
          <p:cNvPr id="5" name="Graphic 4">
            <a:extLst>
              <a:ext uri="{FF2B5EF4-FFF2-40B4-BE49-F238E27FC236}">
                <a16:creationId xmlns:a16="http://schemas.microsoft.com/office/drawing/2014/main" id="{2A8B1D3A-BD32-58CA-FF27-AD1E93CC775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557955" y="76241"/>
            <a:ext cx="1634490" cy="594360"/>
          </a:xfrm>
          <a:prstGeom prst="rect">
            <a:avLst/>
          </a:prstGeom>
        </p:spPr>
      </p:pic>
      <p:cxnSp>
        <p:nvCxnSpPr>
          <p:cNvPr id="3" name="Straight Connector 2">
            <a:extLst>
              <a:ext uri="{FF2B5EF4-FFF2-40B4-BE49-F238E27FC236}">
                <a16:creationId xmlns:a16="http://schemas.microsoft.com/office/drawing/2014/main" id="{4CFA6DFF-3B6C-100A-F59E-ECC91068B573}"/>
              </a:ext>
            </a:extLst>
          </p:cNvPr>
          <p:cNvCxnSpPr>
            <a:cxnSpLocks/>
          </p:cNvCxnSpPr>
          <p:nvPr userDrawn="1"/>
        </p:nvCxnSpPr>
        <p:spPr>
          <a:xfrm>
            <a:off x="457199" y="1010962"/>
            <a:ext cx="6961798"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672320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Cover - 2/3 Bleed Image - 2 Lin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1738745"/>
            <a:ext cx="9144000" cy="3404754"/>
          </a:xfrm>
          <a:prstGeom prst="rect">
            <a:avLst/>
          </a:prstGeom>
          <a:solidFill>
            <a:schemeClr val="accent6">
              <a:alpha val="30000"/>
            </a:schemeClr>
          </a:solidFill>
        </p:spPr>
        <p:txBody>
          <a:bodyPr tIns="914400" bIns="0" anchor="ctr" anchorCtr="0">
            <a:no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6" name="Text Placeholder 5">
            <a:extLst>
              <a:ext uri="{FF2B5EF4-FFF2-40B4-BE49-F238E27FC236}">
                <a16:creationId xmlns:a16="http://schemas.microsoft.com/office/drawing/2014/main" id="{8B49E139-ED80-4E3A-817B-42F21564837D}"/>
              </a:ext>
            </a:extLst>
          </p:cNvPr>
          <p:cNvSpPr>
            <a:spLocks noGrp="1"/>
          </p:cNvSpPr>
          <p:nvPr>
            <p:ph type="body" sz="quarter" idx="11"/>
          </p:nvPr>
        </p:nvSpPr>
        <p:spPr>
          <a:xfrm>
            <a:off x="460770" y="1186248"/>
            <a:ext cx="7842155" cy="254000"/>
          </a:xfrm>
          <a:prstGeom prst="rect">
            <a:avLst/>
          </a:prstGeom>
        </p:spPr>
        <p:txBody>
          <a:bodyPr lIns="0" tIns="0" rIns="0" bIns="0">
            <a:noAutofit/>
          </a:bodyPr>
          <a:lstStyle>
            <a:lvl1pPr>
              <a:defRPr sz="1600" b="0">
                <a:solidFill>
                  <a:schemeClr val="accent1"/>
                </a:solidFill>
                <a:latin typeface="Arial" panose="020B0604020202020204" pitchFamily="34" charset="0"/>
                <a:cs typeface="Arial" panose="020B0604020202020204" pitchFamily="34" charset="0"/>
              </a:defRPr>
            </a:lvl1pPr>
          </a:lstStyle>
          <a:p>
            <a:pPr lvl="0"/>
            <a:r>
              <a:rPr lang="en-US" dirty="0"/>
              <a:t>Click to edit Master text styles</a:t>
            </a:r>
          </a:p>
        </p:txBody>
      </p:sp>
      <p:sp>
        <p:nvSpPr>
          <p:cNvPr id="2" name="Title Placeholder 1">
            <a:extLst>
              <a:ext uri="{FF2B5EF4-FFF2-40B4-BE49-F238E27FC236}">
                <a16:creationId xmlns:a16="http://schemas.microsoft.com/office/drawing/2014/main" id="{79CB2938-7BA3-4BD8-79D0-37B4C0BE2ABE}"/>
              </a:ext>
            </a:extLst>
          </p:cNvPr>
          <p:cNvSpPr>
            <a:spLocks noGrp="1"/>
          </p:cNvSpPr>
          <p:nvPr>
            <p:ph type="title" hasCustomPrompt="1"/>
          </p:nvPr>
        </p:nvSpPr>
        <p:spPr>
          <a:xfrm>
            <a:off x="457198" y="292608"/>
            <a:ext cx="6826471" cy="724106"/>
          </a:xfrm>
          <a:prstGeom prst="rect">
            <a:avLst/>
          </a:prstGeom>
        </p:spPr>
        <p:txBody>
          <a:bodyPr vert="horz" wrap="square" lIns="0" tIns="0" rIns="0" bIns="0" rtlCol="0" anchor="t" anchorCtr="0">
            <a:noAutofit/>
          </a:bodyPr>
          <a:lstStyle>
            <a:lvl1pPr>
              <a:defRPr>
                <a:solidFill>
                  <a:schemeClr val="tx1"/>
                </a:solidFill>
              </a:defRPr>
            </a:lvl1pPr>
          </a:lstStyle>
          <a:p>
            <a:r>
              <a:rPr lang="en-US" dirty="0"/>
              <a:t>2-line headline</a:t>
            </a:r>
          </a:p>
        </p:txBody>
      </p:sp>
      <p:sp>
        <p:nvSpPr>
          <p:cNvPr id="7" name="Text Placeholder 11">
            <a:extLst>
              <a:ext uri="{FF2B5EF4-FFF2-40B4-BE49-F238E27FC236}">
                <a16:creationId xmlns:a16="http://schemas.microsoft.com/office/drawing/2014/main" id="{4613BC77-3210-B9BA-C4F1-001EDD54AC39}"/>
              </a:ext>
            </a:extLst>
          </p:cNvPr>
          <p:cNvSpPr>
            <a:spLocks noGrp="1"/>
          </p:cNvSpPr>
          <p:nvPr>
            <p:ph type="body" sz="quarter" idx="12" hasCustomPrompt="1"/>
          </p:nvPr>
        </p:nvSpPr>
        <p:spPr>
          <a:xfrm>
            <a:off x="457200" y="1477371"/>
            <a:ext cx="4114800" cy="156523"/>
          </a:xfrm>
        </p:spPr>
        <p:txBody>
          <a:bodyPr anchor="b"/>
          <a:lstStyle>
            <a:lvl1pPr indent="0">
              <a:defRPr sz="1000" b="0">
                <a:solidFill>
                  <a:schemeClr val="tx1"/>
                </a:solidFill>
                <a:latin typeface="+mn-lt"/>
              </a:defRPr>
            </a:lvl1pPr>
            <a:lvl2pPr indent="0">
              <a:defRPr sz="1000">
                <a:solidFill>
                  <a:schemeClr val="tx1"/>
                </a:solidFill>
                <a:latin typeface="+mn-lt"/>
              </a:defRPr>
            </a:lvl2pPr>
            <a:lvl3pPr indent="0">
              <a:defRPr sz="1000">
                <a:solidFill>
                  <a:schemeClr val="tx1"/>
                </a:solidFill>
                <a:latin typeface="+mn-lt"/>
              </a:defRPr>
            </a:lvl3pPr>
            <a:lvl4pPr indent="0">
              <a:defRPr sz="1000">
                <a:solidFill>
                  <a:schemeClr val="tx1"/>
                </a:solidFill>
                <a:latin typeface="+mn-lt"/>
              </a:defRPr>
            </a:lvl4pPr>
            <a:lvl5pPr indent="0">
              <a:defRPr sz="1000">
                <a:solidFill>
                  <a:schemeClr val="tx1"/>
                </a:solidFill>
                <a:latin typeface="+mn-lt"/>
              </a:defRPr>
            </a:lvl5pPr>
          </a:lstStyle>
          <a:p>
            <a:pPr lvl="0"/>
            <a:r>
              <a:rPr lang="en-US" dirty="0"/>
              <a:t>MM.DD.YYYY  |  Presenter’s Name, Title (optional)</a:t>
            </a:r>
          </a:p>
        </p:txBody>
      </p:sp>
      <p:pic>
        <p:nvPicPr>
          <p:cNvPr id="9" name="Graphic 8">
            <a:extLst>
              <a:ext uri="{FF2B5EF4-FFF2-40B4-BE49-F238E27FC236}">
                <a16:creationId xmlns:a16="http://schemas.microsoft.com/office/drawing/2014/main" id="{59C0E3B7-E49C-7FB2-4CD4-9997373851E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557955" y="76241"/>
            <a:ext cx="1634490" cy="594360"/>
          </a:xfrm>
          <a:prstGeom prst="rect">
            <a:avLst/>
          </a:prstGeom>
        </p:spPr>
      </p:pic>
      <p:cxnSp>
        <p:nvCxnSpPr>
          <p:cNvPr id="3" name="Straight Connector 2">
            <a:extLst>
              <a:ext uri="{FF2B5EF4-FFF2-40B4-BE49-F238E27FC236}">
                <a16:creationId xmlns:a16="http://schemas.microsoft.com/office/drawing/2014/main" id="{936C39C7-D4B3-C298-2615-9215517F3B81}"/>
              </a:ext>
            </a:extLst>
          </p:cNvPr>
          <p:cNvCxnSpPr>
            <a:cxnSpLocks/>
          </p:cNvCxnSpPr>
          <p:nvPr userDrawn="1"/>
        </p:nvCxnSpPr>
        <p:spPr>
          <a:xfrm>
            <a:off x="457199" y="1010962"/>
            <a:ext cx="6961798"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16756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2_Cover - Full Bleed Image - 2 Lin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1"/>
            <a:ext cx="9144000" cy="5143499"/>
          </a:xfrm>
          <a:prstGeom prst="rect">
            <a:avLst/>
          </a:prstGeom>
          <a:solidFill>
            <a:schemeClr val="accent6">
              <a:alpha val="30000"/>
            </a:schemeClr>
          </a:solidFill>
        </p:spPr>
        <p:txBody>
          <a:bodyPr tIns="914400" bIns="0" anchor="ctr" anchorCtr="0">
            <a:no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6" name="Text Placeholder 5">
            <a:extLst>
              <a:ext uri="{FF2B5EF4-FFF2-40B4-BE49-F238E27FC236}">
                <a16:creationId xmlns:a16="http://schemas.microsoft.com/office/drawing/2014/main" id="{8B49E139-ED80-4E3A-817B-42F21564837D}"/>
              </a:ext>
            </a:extLst>
          </p:cNvPr>
          <p:cNvSpPr>
            <a:spLocks noGrp="1"/>
          </p:cNvSpPr>
          <p:nvPr>
            <p:ph type="body" sz="quarter" idx="11"/>
          </p:nvPr>
        </p:nvSpPr>
        <p:spPr>
          <a:xfrm>
            <a:off x="460771" y="4012157"/>
            <a:ext cx="6992576" cy="254000"/>
          </a:xfrm>
          <a:prstGeom prst="rect">
            <a:avLst/>
          </a:prstGeom>
        </p:spPr>
        <p:txBody>
          <a:bodyPr lIns="0" tIns="0" rIns="0" bIns="0">
            <a:noAutofit/>
          </a:bodyPr>
          <a:lstStyle>
            <a:lvl1pPr>
              <a:defRPr sz="1600" b="0">
                <a:solidFill>
                  <a:schemeClr val="accent1"/>
                </a:solidFill>
                <a:latin typeface="Arial" panose="020B0604020202020204" pitchFamily="34" charset="0"/>
                <a:cs typeface="Arial" panose="020B0604020202020204" pitchFamily="34" charset="0"/>
              </a:defRPr>
            </a:lvl1pPr>
          </a:lstStyle>
          <a:p>
            <a:pPr lvl="0"/>
            <a:r>
              <a:rPr lang="en-US" dirty="0"/>
              <a:t>Click to edit Master text styles</a:t>
            </a:r>
          </a:p>
        </p:txBody>
      </p:sp>
      <p:sp>
        <p:nvSpPr>
          <p:cNvPr id="12" name="Text Placeholder 11">
            <a:extLst>
              <a:ext uri="{FF2B5EF4-FFF2-40B4-BE49-F238E27FC236}">
                <a16:creationId xmlns:a16="http://schemas.microsoft.com/office/drawing/2014/main" id="{04FDA2D4-B04F-4043-AA72-85D5593FAC83}"/>
              </a:ext>
            </a:extLst>
          </p:cNvPr>
          <p:cNvSpPr>
            <a:spLocks noGrp="1"/>
          </p:cNvSpPr>
          <p:nvPr>
            <p:ph type="body" sz="quarter" idx="12" hasCustomPrompt="1"/>
          </p:nvPr>
        </p:nvSpPr>
        <p:spPr>
          <a:xfrm>
            <a:off x="4572000" y="4374647"/>
            <a:ext cx="4114800" cy="431273"/>
          </a:xfrm>
        </p:spPr>
        <p:txBody>
          <a:bodyPr anchor="b"/>
          <a:lstStyle>
            <a:lvl1pPr indent="0" algn="r">
              <a:spcBef>
                <a:spcPts val="0"/>
              </a:spcBef>
              <a:spcAft>
                <a:spcPts val="0"/>
              </a:spcAft>
              <a:defRPr sz="1000" b="0">
                <a:solidFill>
                  <a:schemeClr val="bg1"/>
                </a:solidFill>
                <a:latin typeface="+mn-lt"/>
              </a:defRPr>
            </a:lvl1pPr>
            <a:lvl2pPr indent="0">
              <a:defRPr sz="1000">
                <a:solidFill>
                  <a:schemeClr val="tx1"/>
                </a:solidFill>
                <a:latin typeface="+mn-lt"/>
              </a:defRPr>
            </a:lvl2pPr>
            <a:lvl3pPr indent="0">
              <a:defRPr sz="1000">
                <a:solidFill>
                  <a:schemeClr val="tx1"/>
                </a:solidFill>
                <a:latin typeface="+mn-lt"/>
              </a:defRPr>
            </a:lvl3pPr>
            <a:lvl4pPr indent="0">
              <a:defRPr sz="1000">
                <a:solidFill>
                  <a:schemeClr val="tx1"/>
                </a:solidFill>
                <a:latin typeface="+mn-lt"/>
              </a:defRPr>
            </a:lvl4pPr>
            <a:lvl5pPr indent="0">
              <a:defRPr sz="1000">
                <a:solidFill>
                  <a:schemeClr val="tx1"/>
                </a:solidFill>
                <a:latin typeface="+mn-lt"/>
              </a:defRPr>
            </a:lvl5pPr>
          </a:lstStyle>
          <a:p>
            <a:pPr algn="r"/>
            <a:r>
              <a:rPr lang="en-US" sz="1000" b="0" dirty="0">
                <a:solidFill>
                  <a:schemeClr val="bg1"/>
                </a:solidFill>
                <a:latin typeface="Arial" panose="020B0604020202020204" pitchFamily="34" charset="0"/>
              </a:rPr>
              <a:t>XX.XX.XXXX</a:t>
            </a:r>
            <a:br>
              <a:rPr lang="en-US" sz="1000" b="0" dirty="0">
                <a:solidFill>
                  <a:schemeClr val="bg1"/>
                </a:solidFill>
                <a:latin typeface="Arial" panose="020B0604020202020204" pitchFamily="34" charset="0"/>
              </a:rPr>
            </a:br>
            <a:r>
              <a:rPr lang="en-US" sz="1000" b="0" dirty="0">
                <a:solidFill>
                  <a:schemeClr val="bg1"/>
                </a:solidFill>
                <a:latin typeface="Arial" panose="020B0604020202020204" pitchFamily="34" charset="0"/>
              </a:rPr>
              <a:t>Presenter Name, Title</a:t>
            </a:r>
          </a:p>
        </p:txBody>
      </p:sp>
      <p:sp>
        <p:nvSpPr>
          <p:cNvPr id="2" name="Title Placeholder 1">
            <a:extLst>
              <a:ext uri="{FF2B5EF4-FFF2-40B4-BE49-F238E27FC236}">
                <a16:creationId xmlns:a16="http://schemas.microsoft.com/office/drawing/2014/main" id="{79CB2938-7BA3-4BD8-79D0-37B4C0BE2ABE}"/>
              </a:ext>
            </a:extLst>
          </p:cNvPr>
          <p:cNvSpPr>
            <a:spLocks noGrp="1"/>
          </p:cNvSpPr>
          <p:nvPr>
            <p:ph type="title" hasCustomPrompt="1"/>
          </p:nvPr>
        </p:nvSpPr>
        <p:spPr>
          <a:xfrm>
            <a:off x="457199" y="3504323"/>
            <a:ext cx="6988630" cy="424699"/>
          </a:xfrm>
          <a:prstGeom prst="rect">
            <a:avLst/>
          </a:prstGeom>
        </p:spPr>
        <p:txBody>
          <a:bodyPr vert="horz" wrap="square" lIns="0" tIns="0" rIns="0" bIns="0" rtlCol="0" anchor="t" anchorCtr="0">
            <a:noAutofit/>
          </a:bodyPr>
          <a:lstStyle>
            <a:lvl1pPr>
              <a:defRPr>
                <a:solidFill>
                  <a:schemeClr val="bg1"/>
                </a:solidFill>
              </a:defRPr>
            </a:lvl1pPr>
          </a:lstStyle>
          <a:p>
            <a:r>
              <a:rPr lang="en-US" dirty="0"/>
              <a:t>2-line headline</a:t>
            </a:r>
          </a:p>
        </p:txBody>
      </p:sp>
    </p:spTree>
    <p:extLst>
      <p:ext uri="{BB962C8B-B14F-4D97-AF65-F5344CB8AC3E}">
        <p14:creationId xmlns:p14="http://schemas.microsoft.com/office/powerpoint/2010/main" val="11848507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Line Titl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1" y="292609"/>
            <a:ext cx="7736065" cy="713231"/>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2-line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CEE74680-223A-451C-9541-D747E71E2AF1}"/>
              </a:ext>
            </a:extLst>
          </p:cNvPr>
          <p:cNvSpPr>
            <a:spLocks noGrp="1"/>
          </p:cNvSpPr>
          <p:nvPr>
            <p:ph sz="quarter" idx="10"/>
          </p:nvPr>
        </p:nvSpPr>
        <p:spPr>
          <a:xfrm>
            <a:off x="457200" y="1261872"/>
            <a:ext cx="8229600" cy="3355848"/>
          </a:xfrm>
          <a:prstGeom prst="rect">
            <a:avLst/>
          </a:prstGeom>
        </p:spPr>
        <p:txBody>
          <a:bodyPr>
            <a:noAutofit/>
          </a:bodyPr>
          <a:lstStyle>
            <a:lvl1pPr>
              <a:defRPr sz="2000">
                <a:latin typeface="Arial" panose="020B0604020202020204" pitchFamily="34" charset="0"/>
                <a:cs typeface="Arial" panose="020B0604020202020204" pitchFamily="34" charset="0"/>
              </a:defRPr>
            </a:lvl1pPr>
            <a:lvl2pPr marL="190500" indent="-190500">
              <a:buSzPct val="100000"/>
              <a:tabLst/>
              <a:defRPr/>
            </a:lvl2pPr>
            <a:lvl3pPr marL="519113" indent="-176213">
              <a:buSzPct val="100000"/>
              <a:tabLst/>
              <a:defRPr/>
            </a:lvl3pPr>
            <a:lvl4pPr marL="1003300" indent="-152400">
              <a:buSzPct val="100000"/>
              <a:tabLst/>
              <a:defRPr/>
            </a:lvl4pPr>
            <a:lvl5pPr marL="1295400" indent="-152400">
              <a:buSzPct val="100000"/>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44571487"/>
      </p:ext>
    </p:extLst>
  </p:cSld>
  <p:clrMapOvr>
    <a:masterClrMapping/>
  </p:clrMapOvr>
  <p:extLst>
    <p:ext uri="{DCECCB84-F9BA-43D5-87BE-67443E8EF086}">
      <p15:sldGuideLst xmlns:p15="http://schemas.microsoft.com/office/powerpoint/2012/main">
        <p15:guide id="1" orient="horz" pos="348">
          <p15:clr>
            <a:srgbClr val="FBAE40"/>
          </p15:clr>
        </p15:guide>
        <p15:guide id="2" pos="5472">
          <p15:clr>
            <a:srgbClr val="FBAE40"/>
          </p15:clr>
        </p15:guide>
        <p15:guide id="3" pos="28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Line Title w/Dot Patter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1" y="292609"/>
            <a:ext cx="7736065" cy="713231"/>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2-line headline</a:t>
            </a:r>
          </a:p>
        </p:txBody>
      </p:sp>
      <p:sp>
        <p:nvSpPr>
          <p:cNvPr id="3" name="Content Placeholder 2">
            <a:extLst>
              <a:ext uri="{FF2B5EF4-FFF2-40B4-BE49-F238E27FC236}">
                <a16:creationId xmlns:a16="http://schemas.microsoft.com/office/drawing/2014/main" id="{CEE74680-223A-451C-9541-D747E71E2AF1}"/>
              </a:ext>
            </a:extLst>
          </p:cNvPr>
          <p:cNvSpPr>
            <a:spLocks noGrp="1"/>
          </p:cNvSpPr>
          <p:nvPr>
            <p:ph sz="quarter" idx="10"/>
          </p:nvPr>
        </p:nvSpPr>
        <p:spPr>
          <a:xfrm>
            <a:off x="457200" y="1261872"/>
            <a:ext cx="8229600" cy="3094990"/>
          </a:xfrm>
          <a:prstGeom prst="rect">
            <a:avLst/>
          </a:prstGeom>
        </p:spPr>
        <p:txBody>
          <a:bodyPr>
            <a:noAutofit/>
          </a:bodyPr>
          <a:lstStyle>
            <a:lvl1pPr>
              <a:defRPr sz="2000">
                <a:latin typeface="Arial" panose="020B0604020202020204" pitchFamily="34" charset="0"/>
                <a:cs typeface="Arial" panose="020B0604020202020204" pitchFamily="34" charset="0"/>
              </a:defRPr>
            </a:lvl1pPr>
            <a:lvl2pPr marL="190500" indent="-190500">
              <a:buSzPct val="100000"/>
              <a:tabLst/>
              <a:defRPr/>
            </a:lvl2pPr>
            <a:lvl3pPr marL="519113" indent="-176213">
              <a:buSzPct val="100000"/>
              <a:tabLst/>
              <a:defRPr/>
            </a:lvl3pPr>
            <a:lvl4pPr marL="1003300" indent="-152400">
              <a:buSzPct val="100000"/>
              <a:tabLst/>
              <a:defRPr/>
            </a:lvl4pPr>
            <a:lvl5pPr marL="1295400" indent="-152400">
              <a:buSzPct val="100000"/>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2" name="Group 1">
            <a:extLst>
              <a:ext uri="{FF2B5EF4-FFF2-40B4-BE49-F238E27FC236}">
                <a16:creationId xmlns:a16="http://schemas.microsoft.com/office/drawing/2014/main" id="{1F388551-B33A-9777-8C20-707F289DF407}"/>
              </a:ext>
            </a:extLst>
          </p:cNvPr>
          <p:cNvGrpSpPr/>
          <p:nvPr userDrawn="1"/>
        </p:nvGrpSpPr>
        <p:grpSpPr>
          <a:xfrm>
            <a:off x="0" y="4400550"/>
            <a:ext cx="9144000" cy="742950"/>
            <a:chOff x="0" y="4400550"/>
            <a:chExt cx="9144000" cy="742950"/>
          </a:xfrm>
        </p:grpSpPr>
        <p:pic>
          <p:nvPicPr>
            <p:cNvPr id="4" name="Picture 3">
              <a:extLst>
                <a:ext uri="{FF2B5EF4-FFF2-40B4-BE49-F238E27FC236}">
                  <a16:creationId xmlns:a16="http://schemas.microsoft.com/office/drawing/2014/main" id="{C9018B1F-3F8A-9536-3BAF-7935AFE3F46B}"/>
                </a:ext>
              </a:extLst>
            </p:cNvPr>
            <p:cNvPicPr>
              <a:picLocks noChangeAspect="1"/>
            </p:cNvPicPr>
            <p:nvPr userDrawn="1"/>
          </p:nvPicPr>
          <p:blipFill rotWithShape="1">
            <a:blip r:embed="rId2" cstate="print">
              <a:alphaModFix amt="20000"/>
              <a:extLst>
                <a:ext uri="{28A0092B-C50C-407E-A947-70E740481C1C}">
                  <a14:useLocalDpi xmlns:a14="http://schemas.microsoft.com/office/drawing/2010/main" val="0"/>
                </a:ext>
              </a:extLst>
            </a:blip>
            <a:srcRect l="29235" t="61573" r="399" b="31058"/>
            <a:stretch/>
          </p:blipFill>
          <p:spPr>
            <a:xfrm flipH="1">
              <a:off x="0" y="4548249"/>
              <a:ext cx="9144000" cy="538563"/>
            </a:xfrm>
            <a:prstGeom prst="rect">
              <a:avLst/>
            </a:prstGeom>
          </p:spPr>
        </p:pic>
        <p:sp>
          <p:nvSpPr>
            <p:cNvPr id="6" name="Rectangle 5">
              <a:extLst>
                <a:ext uri="{FF2B5EF4-FFF2-40B4-BE49-F238E27FC236}">
                  <a16:creationId xmlns:a16="http://schemas.microsoft.com/office/drawing/2014/main" id="{E39C28AE-A793-58E5-6E81-3F618D88A909}"/>
                </a:ext>
              </a:extLst>
            </p:cNvPr>
            <p:cNvSpPr/>
            <p:nvPr userDrawn="1"/>
          </p:nvSpPr>
          <p:spPr>
            <a:xfrm>
              <a:off x="0" y="4400550"/>
              <a:ext cx="5250656" cy="742950"/>
            </a:xfrm>
            <a:prstGeom prst="rect">
              <a:avLst/>
            </a:prstGeom>
            <a:gradFill>
              <a:gsLst>
                <a:gs pos="0">
                  <a:schemeClr val="bg1">
                    <a:alpha val="0"/>
                  </a:schemeClr>
                </a:gs>
                <a:gs pos="100000">
                  <a:schemeClr val="bg1"/>
                </a:gs>
              </a:gsLst>
              <a:lin ang="10800000" scaled="1"/>
            </a:gradFill>
            <a:ln>
              <a:noFill/>
            </a:ln>
          </p:spPr>
          <p:txBody>
            <a:bodyPr wrap="square" rtlCol="0" anchor="ctr" anchorCtr="0">
              <a:noAutofit/>
            </a:bodyPr>
            <a:lstStyle/>
            <a:p>
              <a:pPr algn="ctr"/>
              <a:endParaRPr lang="en-US" sz="1600" dirty="0" err="1">
                <a:solidFill>
                  <a:schemeClr val="bg1"/>
                </a:solidFill>
              </a:endParaRPr>
            </a:p>
          </p:txBody>
        </p:sp>
      </p:grpSp>
      <p:sp>
        <p:nvSpPr>
          <p:cNvPr id="9" name="Slide Number Placeholder 5">
            <a:extLst>
              <a:ext uri="{FF2B5EF4-FFF2-40B4-BE49-F238E27FC236}">
                <a16:creationId xmlns:a16="http://schemas.microsoft.com/office/drawing/2014/main" id="{23CE4ED0-5876-AA8B-A834-DA5A8FCACED4}"/>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Tree>
    <p:extLst>
      <p:ext uri="{BB962C8B-B14F-4D97-AF65-F5344CB8AC3E}">
        <p14:creationId xmlns:p14="http://schemas.microsoft.com/office/powerpoint/2010/main" val="1858361465"/>
      </p:ext>
    </p:extLst>
  </p:cSld>
  <p:clrMapOvr>
    <a:masterClrMapping/>
  </p:clrMapOvr>
  <p:extLst>
    <p:ext uri="{DCECCB84-F9BA-43D5-87BE-67443E8EF086}">
      <p15:sldGuideLst xmlns:p15="http://schemas.microsoft.com/office/powerpoint/2012/main">
        <p15:guide id="1" orient="horz" pos="348" userDrawn="1">
          <p15:clr>
            <a:srgbClr val="FBAE40"/>
          </p15:clr>
        </p15:guide>
        <p15:guide id="2" pos="5472" userDrawn="1">
          <p15:clr>
            <a:srgbClr val="FBAE40"/>
          </p15:clr>
        </p15:guide>
        <p15:guide id="3" pos="288"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Line Title w/Plus Pattern">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FF583A7-C2C3-E678-0D9D-B35F191CEFBD}"/>
              </a:ext>
            </a:extLst>
          </p:cNvPr>
          <p:cNvGrpSpPr/>
          <p:nvPr userDrawn="1"/>
        </p:nvGrpSpPr>
        <p:grpSpPr>
          <a:xfrm>
            <a:off x="-1" y="4400550"/>
            <a:ext cx="9144000" cy="742950"/>
            <a:chOff x="-1" y="4400550"/>
            <a:chExt cx="9144000" cy="742950"/>
          </a:xfrm>
        </p:grpSpPr>
        <p:pic>
          <p:nvPicPr>
            <p:cNvPr id="4" name="Picture 3">
              <a:extLst>
                <a:ext uri="{FF2B5EF4-FFF2-40B4-BE49-F238E27FC236}">
                  <a16:creationId xmlns:a16="http://schemas.microsoft.com/office/drawing/2014/main" id="{475D8BFF-D3BD-F7F7-3A58-A6289BA610EE}"/>
                </a:ext>
              </a:extLst>
            </p:cNvPr>
            <p:cNvPicPr>
              <a:picLocks noChangeAspect="1"/>
            </p:cNvPicPr>
            <p:nvPr userDrawn="1"/>
          </p:nvPicPr>
          <p:blipFill rotWithShape="1">
            <a:blip r:embed="rId2" cstate="print">
              <a:alphaModFix amt="20000"/>
              <a:extLst>
                <a:ext uri="{28A0092B-C50C-407E-A947-70E740481C1C}">
                  <a14:useLocalDpi xmlns:a14="http://schemas.microsoft.com/office/drawing/2010/main" val="0"/>
                </a:ext>
              </a:extLst>
            </a:blip>
            <a:srcRect l="896" t="53738" r="576" b="33396"/>
            <a:stretch/>
          </p:blipFill>
          <p:spPr>
            <a:xfrm flipH="1">
              <a:off x="-1" y="4471852"/>
              <a:ext cx="9144000" cy="671648"/>
            </a:xfrm>
            <a:prstGeom prst="rect">
              <a:avLst/>
            </a:prstGeom>
          </p:spPr>
        </p:pic>
        <p:sp>
          <p:nvSpPr>
            <p:cNvPr id="6" name="Rectangle 5">
              <a:extLst>
                <a:ext uri="{FF2B5EF4-FFF2-40B4-BE49-F238E27FC236}">
                  <a16:creationId xmlns:a16="http://schemas.microsoft.com/office/drawing/2014/main" id="{9D145293-D650-535E-C9A9-1DDC3753A991}"/>
                </a:ext>
              </a:extLst>
            </p:cNvPr>
            <p:cNvSpPr/>
            <p:nvPr userDrawn="1"/>
          </p:nvSpPr>
          <p:spPr>
            <a:xfrm>
              <a:off x="0" y="4400550"/>
              <a:ext cx="5250656" cy="742950"/>
            </a:xfrm>
            <a:prstGeom prst="rect">
              <a:avLst/>
            </a:prstGeom>
            <a:gradFill>
              <a:gsLst>
                <a:gs pos="0">
                  <a:schemeClr val="bg1">
                    <a:alpha val="0"/>
                  </a:schemeClr>
                </a:gs>
                <a:gs pos="100000">
                  <a:schemeClr val="bg1"/>
                </a:gs>
              </a:gsLst>
              <a:lin ang="10800000" scaled="1"/>
            </a:gradFill>
            <a:ln>
              <a:noFill/>
            </a:ln>
          </p:spPr>
          <p:txBody>
            <a:bodyPr wrap="square" rtlCol="0" anchor="ctr" anchorCtr="0">
              <a:noAutofit/>
            </a:bodyPr>
            <a:lstStyle/>
            <a:p>
              <a:pPr algn="ctr"/>
              <a:endParaRPr lang="en-US" sz="1600" dirty="0" err="1">
                <a:solidFill>
                  <a:schemeClr val="bg1"/>
                </a:solidFill>
              </a:endParaRPr>
            </a:p>
          </p:txBody>
        </p:sp>
      </p:grpSp>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1" y="292609"/>
            <a:ext cx="7736065" cy="713231"/>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2-line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CEE74680-223A-451C-9541-D747E71E2AF1}"/>
              </a:ext>
            </a:extLst>
          </p:cNvPr>
          <p:cNvSpPr>
            <a:spLocks noGrp="1"/>
          </p:cNvSpPr>
          <p:nvPr>
            <p:ph sz="quarter" idx="10"/>
          </p:nvPr>
        </p:nvSpPr>
        <p:spPr>
          <a:xfrm>
            <a:off x="457200" y="1261872"/>
            <a:ext cx="8229600" cy="3094990"/>
          </a:xfrm>
          <a:prstGeom prst="rect">
            <a:avLst/>
          </a:prstGeom>
        </p:spPr>
        <p:txBody>
          <a:bodyPr>
            <a:noAutofit/>
          </a:bodyPr>
          <a:lstStyle>
            <a:lvl1pPr>
              <a:defRPr sz="2000">
                <a:latin typeface="Arial" panose="020B0604020202020204" pitchFamily="34" charset="0"/>
                <a:cs typeface="Arial" panose="020B0604020202020204" pitchFamily="34" charset="0"/>
              </a:defRPr>
            </a:lvl1pPr>
            <a:lvl2pPr marL="190500" indent="-190500">
              <a:buSzPct val="100000"/>
              <a:tabLst/>
              <a:defRPr/>
            </a:lvl2pPr>
            <a:lvl3pPr marL="519113" indent="-176213">
              <a:buSzPct val="100000"/>
              <a:tabLst/>
              <a:defRPr/>
            </a:lvl3pPr>
            <a:lvl4pPr marL="1003300" indent="-152400">
              <a:buSzPct val="100000"/>
              <a:tabLst/>
              <a:defRPr/>
            </a:lvl4pPr>
            <a:lvl5pPr marL="1295400" indent="-152400">
              <a:buSzPct val="100000"/>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82437942"/>
      </p:ext>
    </p:extLst>
  </p:cSld>
  <p:clrMapOvr>
    <a:masterClrMapping/>
  </p:clrMapOvr>
  <p:extLst>
    <p:ext uri="{DCECCB84-F9BA-43D5-87BE-67443E8EF086}">
      <p15:sldGuideLst xmlns:p15="http://schemas.microsoft.com/office/powerpoint/2012/main">
        <p15:guide id="1" orient="horz" pos="348">
          <p15:clr>
            <a:srgbClr val="FBAE40"/>
          </p15:clr>
        </p15:guide>
        <p15:guide id="2" pos="5472">
          <p15:clr>
            <a:srgbClr val="FBAE40"/>
          </p15:clr>
        </p15:guide>
        <p15:guide id="3" pos="288">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Line Title w/Slash Pattern">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E4098218-A68B-9979-AAB4-512D8A8842DB}"/>
              </a:ext>
            </a:extLst>
          </p:cNvPr>
          <p:cNvGrpSpPr/>
          <p:nvPr userDrawn="1"/>
        </p:nvGrpSpPr>
        <p:grpSpPr>
          <a:xfrm>
            <a:off x="0" y="4307681"/>
            <a:ext cx="9144000" cy="835819"/>
            <a:chOff x="0" y="4307681"/>
            <a:chExt cx="9144000" cy="835819"/>
          </a:xfrm>
        </p:grpSpPr>
        <p:pic>
          <p:nvPicPr>
            <p:cNvPr id="6" name="Picture 5">
              <a:extLst>
                <a:ext uri="{FF2B5EF4-FFF2-40B4-BE49-F238E27FC236}">
                  <a16:creationId xmlns:a16="http://schemas.microsoft.com/office/drawing/2014/main" id="{DE2385EF-A8FA-B750-3092-CFE5FB213C13}"/>
                </a:ext>
              </a:extLst>
            </p:cNvPr>
            <p:cNvPicPr>
              <a:picLocks noChangeAspect="1"/>
            </p:cNvPicPr>
            <p:nvPr userDrawn="1"/>
          </p:nvPicPr>
          <p:blipFill>
            <a:blip r:embed="rId2" cstate="print">
              <a:alphaModFix amt="20000"/>
              <a:extLst>
                <a:ext uri="{28A0092B-C50C-407E-A947-70E740481C1C}">
                  <a14:useLocalDpi xmlns:a14="http://schemas.microsoft.com/office/drawing/2010/main" val="0"/>
                </a:ext>
              </a:extLst>
            </a:blip>
            <a:srcRect t="42635" b="42635"/>
            <a:stretch/>
          </p:blipFill>
          <p:spPr>
            <a:xfrm rot="10800000">
              <a:off x="0" y="4385883"/>
              <a:ext cx="9144000" cy="757617"/>
            </a:xfrm>
            <a:prstGeom prst="rect">
              <a:avLst/>
            </a:prstGeom>
          </p:spPr>
        </p:pic>
        <p:sp>
          <p:nvSpPr>
            <p:cNvPr id="8" name="Rectangle 7">
              <a:extLst>
                <a:ext uri="{FF2B5EF4-FFF2-40B4-BE49-F238E27FC236}">
                  <a16:creationId xmlns:a16="http://schemas.microsoft.com/office/drawing/2014/main" id="{5ECC7129-00AF-6F83-3806-C770011A8FAD}"/>
                </a:ext>
              </a:extLst>
            </p:cNvPr>
            <p:cNvSpPr/>
            <p:nvPr userDrawn="1"/>
          </p:nvSpPr>
          <p:spPr>
            <a:xfrm>
              <a:off x="0" y="4307681"/>
              <a:ext cx="5250656" cy="835819"/>
            </a:xfrm>
            <a:prstGeom prst="rect">
              <a:avLst/>
            </a:prstGeom>
            <a:gradFill>
              <a:gsLst>
                <a:gs pos="0">
                  <a:schemeClr val="bg1">
                    <a:alpha val="0"/>
                  </a:schemeClr>
                </a:gs>
                <a:gs pos="100000">
                  <a:schemeClr val="bg1"/>
                </a:gs>
              </a:gsLst>
              <a:lin ang="10800000" scaled="1"/>
            </a:gradFill>
            <a:ln>
              <a:noFill/>
            </a:ln>
          </p:spPr>
          <p:txBody>
            <a:bodyPr wrap="square" rtlCol="0" anchor="ctr" anchorCtr="0">
              <a:noAutofit/>
            </a:bodyPr>
            <a:lstStyle/>
            <a:p>
              <a:pPr algn="ctr"/>
              <a:endParaRPr lang="en-US" sz="1600" dirty="0" err="1">
                <a:solidFill>
                  <a:schemeClr val="bg1"/>
                </a:solidFill>
              </a:endParaRPr>
            </a:p>
          </p:txBody>
        </p:sp>
      </p:grpSp>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1" y="292609"/>
            <a:ext cx="7736065" cy="719327"/>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2-line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CEE74680-223A-451C-9541-D747E71E2AF1}"/>
              </a:ext>
            </a:extLst>
          </p:cNvPr>
          <p:cNvSpPr>
            <a:spLocks noGrp="1"/>
          </p:cNvSpPr>
          <p:nvPr>
            <p:ph sz="quarter" idx="10"/>
          </p:nvPr>
        </p:nvSpPr>
        <p:spPr>
          <a:xfrm>
            <a:off x="457200" y="1261872"/>
            <a:ext cx="8229600" cy="3094990"/>
          </a:xfrm>
          <a:prstGeom prst="rect">
            <a:avLst/>
          </a:prstGeom>
        </p:spPr>
        <p:txBody>
          <a:bodyPr>
            <a:noAutofit/>
          </a:bodyPr>
          <a:lstStyle>
            <a:lvl1pPr>
              <a:defRPr sz="2000">
                <a:latin typeface="Arial" panose="020B0604020202020204" pitchFamily="34" charset="0"/>
                <a:cs typeface="Arial" panose="020B0604020202020204" pitchFamily="34" charset="0"/>
              </a:defRPr>
            </a:lvl1pPr>
            <a:lvl2pPr marL="187325" indent="-187325">
              <a:buSzPct val="100000"/>
              <a:tabLst/>
              <a:defRPr/>
            </a:lvl2pPr>
            <a:lvl3pPr marL="519113" indent="-176213">
              <a:buSzPct val="100000"/>
              <a:tabLst/>
              <a:defRPr/>
            </a:lvl3pPr>
            <a:lvl4pPr marL="1003300" indent="-152400">
              <a:buSzPct val="100000"/>
              <a:tabLst/>
              <a:defRPr/>
            </a:lvl4pPr>
            <a:lvl5pPr marL="1295400" indent="-152400">
              <a:buSzPct val="100000"/>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07605520"/>
      </p:ext>
    </p:extLst>
  </p:cSld>
  <p:clrMapOvr>
    <a:masterClrMapping/>
  </p:clrMapOvr>
  <p:extLst>
    <p:ext uri="{DCECCB84-F9BA-43D5-87BE-67443E8EF086}">
      <p15:sldGuideLst xmlns:p15="http://schemas.microsoft.com/office/powerpoint/2012/main">
        <p15:guide id="1" orient="horz" pos="348">
          <p15:clr>
            <a:srgbClr val="FBAE40"/>
          </p15:clr>
        </p15:guide>
        <p15:guide id="2" pos="5472">
          <p15:clr>
            <a:srgbClr val="FBAE40"/>
          </p15:clr>
        </p15:guide>
        <p15:guide id="3" pos="288">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asic - 2 lin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32105A18-249A-44A0-90B2-EDCEF78DC8F4}"/>
              </a:ext>
            </a:extLst>
          </p:cNvPr>
          <p:cNvSpPr>
            <a:spLocks noGrp="1"/>
          </p:cNvSpPr>
          <p:nvPr>
            <p:ph sz="quarter" idx="10"/>
          </p:nvPr>
        </p:nvSpPr>
        <p:spPr>
          <a:xfrm>
            <a:off x="457200" y="1335024"/>
            <a:ext cx="8229600" cy="3311245"/>
          </a:xfrm>
        </p:spPr>
        <p:txBody>
          <a:bodyPr>
            <a:noAutofit/>
          </a:bodyPr>
          <a:lstStyle>
            <a:lvl1pPr>
              <a:defRPr sz="1400">
                <a:solidFill>
                  <a:schemeClr val="tx1"/>
                </a:solidFill>
                <a:latin typeface="+mn-lt"/>
              </a:defRPr>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5C9137C0-3C74-51E1-B294-BE185019EDCE}"/>
              </a:ext>
            </a:extLst>
          </p:cNvPr>
          <p:cNvSpPr>
            <a:spLocks noGrp="1"/>
          </p:cNvSpPr>
          <p:nvPr>
            <p:ph type="title" hasCustomPrompt="1"/>
          </p:nvPr>
        </p:nvSpPr>
        <p:spPr>
          <a:xfrm>
            <a:off x="457201" y="292609"/>
            <a:ext cx="7736065" cy="719328"/>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2-line headline</a:t>
            </a:r>
          </a:p>
        </p:txBody>
      </p:sp>
    </p:spTree>
    <p:extLst>
      <p:ext uri="{BB962C8B-B14F-4D97-AF65-F5344CB8AC3E}">
        <p14:creationId xmlns:p14="http://schemas.microsoft.com/office/powerpoint/2010/main" val="41238507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asic Title - 2 Llin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0" y="292608"/>
            <a:ext cx="7730011" cy="724050"/>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2-line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32105A18-249A-44A0-90B2-EDCEF78DC8F4}"/>
              </a:ext>
            </a:extLst>
          </p:cNvPr>
          <p:cNvSpPr>
            <a:spLocks noGrp="1"/>
          </p:cNvSpPr>
          <p:nvPr>
            <p:ph sz="quarter" idx="10"/>
          </p:nvPr>
        </p:nvSpPr>
        <p:spPr>
          <a:xfrm>
            <a:off x="457200" y="1335024"/>
            <a:ext cx="8229600" cy="3355848"/>
          </a:xfrm>
          <a:prstGeom prst="rect">
            <a:avLst/>
          </a:prstGeom>
        </p:spPr>
        <p:txBody>
          <a:bodyPr>
            <a:noAutofit/>
          </a:bodyPr>
          <a:lstStyle>
            <a:lvl1pPr>
              <a:defRPr sz="1400">
                <a:solidFill>
                  <a:schemeClr val="tx1"/>
                </a:solidFill>
                <a:latin typeface="+mn-lt"/>
              </a:defRPr>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0342855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able of Contents - 2 Lin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2" name="Content Placeholder 2">
            <a:extLst>
              <a:ext uri="{FF2B5EF4-FFF2-40B4-BE49-F238E27FC236}">
                <a16:creationId xmlns:a16="http://schemas.microsoft.com/office/drawing/2014/main" id="{71483993-8C30-7E74-29A9-7BC8AEA29D61}"/>
              </a:ext>
            </a:extLst>
          </p:cNvPr>
          <p:cNvSpPr>
            <a:spLocks noGrp="1"/>
          </p:cNvSpPr>
          <p:nvPr>
            <p:ph sz="quarter" idx="11"/>
          </p:nvPr>
        </p:nvSpPr>
        <p:spPr>
          <a:xfrm>
            <a:off x="457200" y="1261872"/>
            <a:ext cx="8229600" cy="3357562"/>
          </a:xfrm>
          <a:prstGeom prst="rect">
            <a:avLst/>
          </a:prstGeom>
        </p:spPr>
        <p:txBody>
          <a:bodyPr>
            <a:noAutofit/>
          </a:bodyPr>
          <a:lstStyle>
            <a:lvl1pPr>
              <a:defRPr sz="2000">
                <a:latin typeface="Arial" panose="020B0604020202020204" pitchFamily="34" charset="0"/>
                <a:cs typeface="Arial" panose="020B0604020202020204" pitchFamily="34" charset="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0FCF7E42-3381-75F3-2AE5-376D28BFC4A8}"/>
              </a:ext>
            </a:extLst>
          </p:cNvPr>
          <p:cNvSpPr>
            <a:spLocks noGrp="1"/>
          </p:cNvSpPr>
          <p:nvPr>
            <p:ph type="title" hasCustomPrompt="1"/>
          </p:nvPr>
        </p:nvSpPr>
        <p:spPr>
          <a:xfrm>
            <a:off x="457201" y="292609"/>
            <a:ext cx="7736065" cy="719328"/>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2-line headline</a:t>
            </a:r>
          </a:p>
        </p:txBody>
      </p:sp>
    </p:spTree>
    <p:extLst>
      <p:ext uri="{BB962C8B-B14F-4D97-AF65-F5344CB8AC3E}">
        <p14:creationId xmlns:p14="http://schemas.microsoft.com/office/powerpoint/2010/main" val="191734071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CV - 2 Lin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0" y="292608"/>
            <a:ext cx="7723955" cy="725424"/>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2-line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CEE74680-223A-451C-9541-D747E71E2AF1}"/>
              </a:ext>
            </a:extLst>
          </p:cNvPr>
          <p:cNvSpPr>
            <a:spLocks noGrp="1"/>
          </p:cNvSpPr>
          <p:nvPr>
            <p:ph sz="quarter" idx="10"/>
          </p:nvPr>
        </p:nvSpPr>
        <p:spPr>
          <a:xfrm>
            <a:off x="457200" y="1261872"/>
            <a:ext cx="8229600" cy="3357562"/>
          </a:xfrm>
          <a:prstGeom prst="rect">
            <a:avLst/>
          </a:prstGeom>
        </p:spPr>
        <p:txBody>
          <a:bodyPr>
            <a:noAutofit/>
          </a:bodyPr>
          <a:lstStyle>
            <a:lvl1pPr>
              <a:defRPr sz="2000">
                <a:latin typeface="Arial" panose="020B0604020202020204" pitchFamily="34" charset="0"/>
                <a:cs typeface="Arial" panose="020B0604020202020204" pitchFamily="34" charset="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BCC2910F-F578-1040-BCDE-B1E799060916}"/>
              </a:ext>
            </a:extLst>
          </p:cNvPr>
          <p:cNvCxnSpPr>
            <a:cxnSpLocks/>
          </p:cNvCxnSpPr>
          <p:nvPr userDrawn="1"/>
        </p:nvCxnSpPr>
        <p:spPr>
          <a:xfrm>
            <a:off x="0" y="4860925"/>
            <a:ext cx="9144000" cy="0"/>
          </a:xfrm>
          <a:prstGeom prst="line">
            <a:avLst/>
          </a:prstGeom>
          <a:ln w="63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CECE0CC9-923E-1849-9BEE-D2FBFB74637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216150" y="4945899"/>
            <a:ext cx="4511675" cy="239710"/>
          </a:xfrm>
          <a:prstGeom prst="rect">
            <a:avLst/>
          </a:prstGeom>
        </p:spPr>
      </p:pic>
    </p:spTree>
    <p:extLst>
      <p:ext uri="{BB962C8B-B14F-4D97-AF65-F5344CB8AC3E}">
        <p14:creationId xmlns:p14="http://schemas.microsoft.com/office/powerpoint/2010/main" val="44133102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 CV - 2 Lin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0" y="292608"/>
            <a:ext cx="7693677" cy="728364"/>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2-line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6414CB77-5474-46A4-AA4C-09773CDF4E4D}"/>
              </a:ext>
            </a:extLst>
          </p:cNvPr>
          <p:cNvSpPr>
            <a:spLocks noGrp="1"/>
          </p:cNvSpPr>
          <p:nvPr>
            <p:ph sz="quarter" idx="10"/>
          </p:nvPr>
        </p:nvSpPr>
        <p:spPr>
          <a:xfrm>
            <a:off x="457200" y="1261871"/>
            <a:ext cx="8229600" cy="3355848"/>
          </a:xfrm>
          <a:prstGeom prst="rect">
            <a:avLst/>
          </a:prstGeom>
        </p:spPr>
        <p:txBody>
          <a:bodyPr>
            <a:noAutofit/>
          </a:bodyPr>
          <a:lstStyle>
            <a:lvl1pPr>
              <a:defRPr sz="2000">
                <a:latin typeface="Arial" panose="020B0604020202020204" pitchFamily="34" charset="0"/>
                <a:cs typeface="Arial" panose="020B0604020202020204" pitchFamily="34" charset="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45FBA835-85F5-A942-8813-475FCDC02050}"/>
              </a:ext>
            </a:extLst>
          </p:cNvPr>
          <p:cNvCxnSpPr>
            <a:cxnSpLocks/>
          </p:cNvCxnSpPr>
          <p:nvPr userDrawn="1"/>
        </p:nvCxnSpPr>
        <p:spPr>
          <a:xfrm>
            <a:off x="0" y="4860925"/>
            <a:ext cx="9144000" cy="0"/>
          </a:xfrm>
          <a:prstGeom prst="line">
            <a:avLst/>
          </a:prstGeom>
          <a:ln w="63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B05240-8C7B-7741-B26C-17D061DD3F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216150" y="4945899"/>
            <a:ext cx="4511675" cy="239710"/>
          </a:xfrm>
          <a:prstGeom prst="rect">
            <a:avLst/>
          </a:prstGeom>
        </p:spPr>
      </p:pic>
    </p:spTree>
    <p:extLst>
      <p:ext uri="{BB962C8B-B14F-4D97-AF65-F5344CB8AC3E}">
        <p14:creationId xmlns:p14="http://schemas.microsoft.com/office/powerpoint/2010/main" val="303291188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V - 2 Line - w/Core Value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0" y="292609"/>
            <a:ext cx="7693677" cy="719328"/>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2-line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32105A18-249A-44A0-90B2-EDCEF78DC8F4}"/>
              </a:ext>
            </a:extLst>
          </p:cNvPr>
          <p:cNvSpPr>
            <a:spLocks noGrp="1"/>
          </p:cNvSpPr>
          <p:nvPr>
            <p:ph sz="quarter" idx="10"/>
          </p:nvPr>
        </p:nvSpPr>
        <p:spPr>
          <a:xfrm>
            <a:off x="457200" y="1335024"/>
            <a:ext cx="8229600" cy="3355848"/>
          </a:xfrm>
          <a:prstGeom prst="rect">
            <a:avLst/>
          </a:prstGeom>
        </p:spPr>
        <p:txBody>
          <a:bodyPr>
            <a:noAutofit/>
          </a:bodyPr>
          <a:lstStyle>
            <a:lvl1pPr>
              <a:defRPr sz="1400">
                <a:solidFill>
                  <a:schemeClr val="tx1"/>
                </a:solidFill>
                <a:latin typeface="+mn-lt"/>
              </a:defRPr>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C2929268-C253-5E45-8E0F-A9E6659BB21B}"/>
              </a:ext>
            </a:extLst>
          </p:cNvPr>
          <p:cNvCxnSpPr>
            <a:cxnSpLocks/>
          </p:cNvCxnSpPr>
          <p:nvPr userDrawn="1"/>
        </p:nvCxnSpPr>
        <p:spPr>
          <a:xfrm>
            <a:off x="0" y="4860925"/>
            <a:ext cx="9144000" cy="0"/>
          </a:xfrm>
          <a:prstGeom prst="line">
            <a:avLst/>
          </a:prstGeom>
          <a:ln w="63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6614B7A-3CDE-5B4B-B7E4-CA3D5D61941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216150" y="4945899"/>
            <a:ext cx="4511675" cy="239710"/>
          </a:xfrm>
          <a:prstGeom prst="rect">
            <a:avLst/>
          </a:prstGeom>
        </p:spPr>
      </p:pic>
    </p:spTree>
    <p:extLst>
      <p:ext uri="{BB962C8B-B14F-4D97-AF65-F5344CB8AC3E}">
        <p14:creationId xmlns:p14="http://schemas.microsoft.com/office/powerpoint/2010/main" val="42108476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mage A - 2 Lin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1281952"/>
            <a:ext cx="9144000" cy="3861547"/>
          </a:xfrm>
          <a:prstGeom prst="rect">
            <a:avLst/>
          </a:prstGeom>
          <a:solidFill>
            <a:schemeClr val="accent6">
              <a:alpha val="30000"/>
            </a:schemeClr>
          </a:solidFill>
        </p:spPr>
        <p:txBody>
          <a:bodyPr tIns="914400" bIns="0" anchor="ctr" anchorCtr="0">
            <a:norm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3" name="Title 2">
            <a:extLst>
              <a:ext uri="{FF2B5EF4-FFF2-40B4-BE49-F238E27FC236}">
                <a16:creationId xmlns:a16="http://schemas.microsoft.com/office/drawing/2014/main" id="{2AAAFAF6-EE27-42A5-B302-F3A3F01FC7D2}"/>
              </a:ext>
            </a:extLst>
          </p:cNvPr>
          <p:cNvSpPr>
            <a:spLocks noGrp="1"/>
          </p:cNvSpPr>
          <p:nvPr>
            <p:ph type="title" hasCustomPrompt="1"/>
          </p:nvPr>
        </p:nvSpPr>
        <p:spPr>
          <a:xfrm>
            <a:off x="457199" y="292609"/>
            <a:ext cx="7742123" cy="719328"/>
          </a:xfrm>
          <a:prstGeom prst="rect">
            <a:avLst/>
          </a:prstGeom>
        </p:spPr>
        <p:txBody>
          <a:bodyPr/>
          <a:lstStyle>
            <a:lvl1pPr>
              <a:defRPr sz="2600"/>
            </a:lvl1pPr>
          </a:lstStyle>
          <a:p>
            <a:r>
              <a:rPr lang="en-US" dirty="0"/>
              <a:t>2-line headline</a:t>
            </a:r>
          </a:p>
        </p:txBody>
      </p:sp>
      <p:sp>
        <p:nvSpPr>
          <p:cNvPr id="2" name="Slide Number Placeholder 4">
            <a:extLst>
              <a:ext uri="{FF2B5EF4-FFF2-40B4-BE49-F238E27FC236}">
                <a16:creationId xmlns:a16="http://schemas.microsoft.com/office/drawing/2014/main" id="{44310D17-4C53-86DF-C36E-C9819312217F}"/>
              </a:ext>
            </a:extLst>
          </p:cNvPr>
          <p:cNvSpPr>
            <a:spLocks noGrp="1"/>
          </p:cNvSpPr>
          <p:nvPr>
            <p:ph type="sldNum" sz="quarter" idx="12"/>
          </p:nvPr>
        </p:nvSpPr>
        <p:spPr>
          <a:xfrm>
            <a:off x="140861" y="4890957"/>
            <a:ext cx="246888" cy="122585"/>
          </a:xfrm>
        </p:spPr>
        <p:txBody>
          <a:bodyPr/>
          <a:lstStyle/>
          <a:p>
            <a:fld id="{EF03F2D8-09E8-4F65-B5E4-919B7BA10877}" type="slidenum">
              <a:rPr lang="en-US" smtClean="0"/>
              <a:pPr/>
              <a:t>‹#›</a:t>
            </a:fld>
            <a:endParaRPr lang="en-US"/>
          </a:p>
        </p:txBody>
      </p:sp>
    </p:spTree>
    <p:extLst>
      <p:ext uri="{BB962C8B-B14F-4D97-AF65-F5344CB8AC3E}">
        <p14:creationId xmlns:p14="http://schemas.microsoft.com/office/powerpoint/2010/main" val="395150266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mage B - 2 Lin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1631447"/>
            <a:ext cx="9144000" cy="3119111"/>
          </a:xfrm>
          <a:prstGeom prst="rect">
            <a:avLst/>
          </a:prstGeom>
          <a:solidFill>
            <a:schemeClr val="accent6">
              <a:alpha val="30000"/>
            </a:schemeClr>
          </a:solidFill>
        </p:spPr>
        <p:txBody>
          <a:bodyPr tIns="914400" bIns="0" anchor="ctr" anchorCtr="0">
            <a:no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4" name="Text Placeholder 3">
            <a:extLst>
              <a:ext uri="{FF2B5EF4-FFF2-40B4-BE49-F238E27FC236}">
                <a16:creationId xmlns:a16="http://schemas.microsoft.com/office/drawing/2014/main" id="{E2E50BDB-964F-46A9-A4B5-F6E58F9F70BC}"/>
              </a:ext>
            </a:extLst>
          </p:cNvPr>
          <p:cNvSpPr>
            <a:spLocks noGrp="1"/>
          </p:cNvSpPr>
          <p:nvPr>
            <p:ph type="body" sz="quarter" idx="11"/>
          </p:nvPr>
        </p:nvSpPr>
        <p:spPr>
          <a:xfrm>
            <a:off x="457200" y="1201361"/>
            <a:ext cx="6401060" cy="303589"/>
          </a:xfrm>
          <a:prstGeom prst="rect">
            <a:avLst/>
          </a:prstGeom>
        </p:spPr>
        <p:txBody>
          <a:bodyPr/>
          <a:lstStyle>
            <a:lvl1pPr>
              <a:defRPr sz="1400" b="1">
                <a:solidFill>
                  <a:schemeClr val="accent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400">
                <a:solidFill>
                  <a:schemeClr val="tx1"/>
                </a:solidFill>
                <a:latin typeface="+mn-lt"/>
              </a:defRPr>
            </a:lvl5pPr>
          </a:lstStyle>
          <a:p>
            <a:pPr lvl="0"/>
            <a:r>
              <a:rPr lang="en-US" dirty="0"/>
              <a:t>Click to edit Master text styles</a:t>
            </a:r>
          </a:p>
        </p:txBody>
      </p:sp>
      <p:sp>
        <p:nvSpPr>
          <p:cNvPr id="9" name="Slide Number Placeholder 5">
            <a:extLst>
              <a:ext uri="{FF2B5EF4-FFF2-40B4-BE49-F238E27FC236}">
                <a16:creationId xmlns:a16="http://schemas.microsoft.com/office/drawing/2014/main" id="{545F2707-67E0-4A9E-B3CF-50E8F272A4ED}"/>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tx2"/>
                </a:solidFill>
              </a:defRPr>
            </a:lvl1pPr>
          </a:lstStyle>
          <a:p>
            <a:fld id="{EF03F2D8-09E8-4F65-B5E4-919B7BA10877}" type="slidenum">
              <a:rPr lang="en-US" smtClean="0"/>
              <a:pPr/>
              <a:t>‹#›</a:t>
            </a:fld>
            <a:endParaRPr lang="en-US" dirty="0"/>
          </a:p>
        </p:txBody>
      </p:sp>
      <p:sp>
        <p:nvSpPr>
          <p:cNvPr id="3" name="Title Placeholder 1">
            <a:extLst>
              <a:ext uri="{FF2B5EF4-FFF2-40B4-BE49-F238E27FC236}">
                <a16:creationId xmlns:a16="http://schemas.microsoft.com/office/drawing/2014/main" id="{3C21A955-B828-4C40-1E5C-7A93D20C4CD1}"/>
              </a:ext>
            </a:extLst>
          </p:cNvPr>
          <p:cNvSpPr>
            <a:spLocks noGrp="1"/>
          </p:cNvSpPr>
          <p:nvPr>
            <p:ph type="title" hasCustomPrompt="1"/>
          </p:nvPr>
        </p:nvSpPr>
        <p:spPr>
          <a:xfrm>
            <a:off x="457199" y="292609"/>
            <a:ext cx="7730012" cy="725423"/>
          </a:xfrm>
          <a:prstGeom prst="rect">
            <a:avLst/>
          </a:prstGeom>
        </p:spPr>
        <p:txBody>
          <a:bodyPr vert="horz" wrap="square" lIns="0" tIns="0" rIns="0" bIns="0" rtlCol="0" anchor="t" anchorCtr="0">
            <a:noAutofit/>
          </a:bodyPr>
          <a:lstStyle>
            <a:lvl1pPr>
              <a:defRPr sz="2600"/>
            </a:lvl1pPr>
          </a:lstStyle>
          <a:p>
            <a:r>
              <a:rPr lang="en-US" dirty="0"/>
              <a:t>2-line headline</a:t>
            </a:r>
          </a:p>
        </p:txBody>
      </p:sp>
    </p:spTree>
    <p:extLst>
      <p:ext uri="{BB962C8B-B14F-4D97-AF65-F5344CB8AC3E}">
        <p14:creationId xmlns:p14="http://schemas.microsoft.com/office/powerpoint/2010/main" val="140014574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Image C - 2 Lin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CF666A99-6C2B-917C-949C-A90715AA6C0F}"/>
              </a:ext>
            </a:extLst>
          </p:cNvPr>
          <p:cNvSpPr>
            <a:spLocks noGrp="1"/>
          </p:cNvSpPr>
          <p:nvPr>
            <p:ph type="title" hasCustomPrompt="1"/>
          </p:nvPr>
        </p:nvSpPr>
        <p:spPr>
          <a:xfrm>
            <a:off x="457199" y="292608"/>
            <a:ext cx="7717900" cy="719328"/>
          </a:xfrm>
          <a:prstGeom prst="rect">
            <a:avLst/>
          </a:prstGeom>
        </p:spPr>
        <p:txBody>
          <a:bodyPr vert="horz" wrap="square" lIns="0" tIns="0" rIns="0" bIns="0" rtlCol="0" anchor="t" anchorCtr="0">
            <a:noAutofit/>
          </a:bodyPr>
          <a:lstStyle>
            <a:lvl1pPr>
              <a:defRPr sz="2600"/>
            </a:lvl1pPr>
          </a:lstStyle>
          <a:p>
            <a:r>
              <a:rPr lang="en-US" dirty="0"/>
              <a:t>2-line headline</a:t>
            </a:r>
          </a:p>
        </p:txBody>
      </p:sp>
      <p:sp>
        <p:nvSpPr>
          <p:cNvPr id="2" name="Slide Number Placeholder 4">
            <a:extLst>
              <a:ext uri="{FF2B5EF4-FFF2-40B4-BE49-F238E27FC236}">
                <a16:creationId xmlns:a16="http://schemas.microsoft.com/office/drawing/2014/main" id="{284758FC-0C82-59E2-A235-CBE2BEE3EB64}"/>
              </a:ext>
            </a:extLst>
          </p:cNvPr>
          <p:cNvSpPr>
            <a:spLocks noGrp="1"/>
          </p:cNvSpPr>
          <p:nvPr>
            <p:ph type="sldNum" sz="quarter" idx="12"/>
          </p:nvPr>
        </p:nvSpPr>
        <p:spPr>
          <a:xfrm>
            <a:off x="140861" y="4896895"/>
            <a:ext cx="246888" cy="122585"/>
          </a:xfrm>
        </p:spPr>
        <p:txBody>
          <a:bodyPr/>
          <a:lstStyle/>
          <a:p>
            <a:fld id="{EF03F2D8-09E8-4F65-B5E4-919B7BA10877}" type="slidenum">
              <a:rPr lang="en-US" smtClean="0"/>
              <a:pPr/>
              <a:t>‹#›</a:t>
            </a:fld>
            <a:endParaRPr lang="en-US"/>
          </a:p>
        </p:txBody>
      </p:sp>
      <p:sp>
        <p:nvSpPr>
          <p:cNvPr id="6" name="Text Placeholder 3">
            <a:extLst>
              <a:ext uri="{FF2B5EF4-FFF2-40B4-BE49-F238E27FC236}">
                <a16:creationId xmlns:a16="http://schemas.microsoft.com/office/drawing/2014/main" id="{66F081BE-4E1C-0B66-8F92-4BE35305876D}"/>
              </a:ext>
            </a:extLst>
          </p:cNvPr>
          <p:cNvSpPr>
            <a:spLocks noGrp="1"/>
          </p:cNvSpPr>
          <p:nvPr>
            <p:ph type="body" sz="quarter" idx="11"/>
          </p:nvPr>
        </p:nvSpPr>
        <p:spPr>
          <a:xfrm>
            <a:off x="457200" y="1201361"/>
            <a:ext cx="6401060" cy="303589"/>
          </a:xfrm>
          <a:prstGeom prst="rect">
            <a:avLst/>
          </a:prstGeom>
        </p:spPr>
        <p:txBody>
          <a:bodyPr/>
          <a:lstStyle>
            <a:lvl1pPr>
              <a:defRPr sz="1400" b="1">
                <a:solidFill>
                  <a:schemeClr val="accent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400">
                <a:solidFill>
                  <a:schemeClr val="tx1"/>
                </a:solidFill>
                <a:latin typeface="+mn-lt"/>
              </a:defRPr>
            </a:lvl5pPr>
          </a:lstStyle>
          <a:p>
            <a:pPr lvl="0"/>
            <a:r>
              <a:rPr lang="en-US" dirty="0"/>
              <a:t>Click to edit Master text styles</a:t>
            </a:r>
          </a:p>
        </p:txBody>
      </p:sp>
      <p:sp>
        <p:nvSpPr>
          <p:cNvPr id="7" name="Picture Placeholder 4">
            <a:extLst>
              <a:ext uri="{FF2B5EF4-FFF2-40B4-BE49-F238E27FC236}">
                <a16:creationId xmlns:a16="http://schemas.microsoft.com/office/drawing/2014/main" id="{FE5F7D01-03D4-C618-2923-C468C9290760}"/>
              </a:ext>
            </a:extLst>
          </p:cNvPr>
          <p:cNvSpPr>
            <a:spLocks noGrp="1"/>
          </p:cNvSpPr>
          <p:nvPr>
            <p:ph type="pic" sz="quarter" idx="10" hasCustomPrompt="1"/>
          </p:nvPr>
        </p:nvSpPr>
        <p:spPr>
          <a:xfrm>
            <a:off x="0" y="1631447"/>
            <a:ext cx="9144000" cy="3512053"/>
          </a:xfrm>
          <a:prstGeom prst="rect">
            <a:avLst/>
          </a:prstGeom>
          <a:solidFill>
            <a:schemeClr val="accent6">
              <a:alpha val="30000"/>
            </a:schemeClr>
          </a:solidFill>
        </p:spPr>
        <p:txBody>
          <a:bodyPr tIns="914400" bIns="0" anchor="ctr" anchorCtr="0">
            <a:no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Tree>
    <p:extLst>
      <p:ext uri="{BB962C8B-B14F-4D97-AF65-F5344CB8AC3E}">
        <p14:creationId xmlns:p14="http://schemas.microsoft.com/office/powerpoint/2010/main" val="297831738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Subhead - 2 L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1" y="292609"/>
            <a:ext cx="7699732" cy="719327"/>
          </a:xfrm>
          <a:prstGeom prst="rect">
            <a:avLst/>
          </a:prstGeom>
        </p:spPr>
        <p:txBody>
          <a:bodyPr wrap="square">
            <a:noAutofit/>
          </a:bodyPr>
          <a:lstStyle>
            <a:lvl1pPr>
              <a:defRPr sz="2600" spc="0">
                <a:latin typeface="Arial" panose="020B0604020202020204" pitchFamily="34" charset="0"/>
                <a:cs typeface="Arial" panose="020B0604020202020204" pitchFamily="34" charset="0"/>
              </a:defRPr>
            </a:lvl1pPr>
          </a:lstStyle>
          <a:p>
            <a:r>
              <a:rPr lang="en-US" dirty="0"/>
              <a:t>2-line headline</a:t>
            </a:r>
          </a:p>
        </p:txBody>
      </p:sp>
      <p:sp>
        <p:nvSpPr>
          <p:cNvPr id="5" name="Slide Number Placeholder 4"/>
          <p:cNvSpPr>
            <a:spLocks noGrp="1"/>
          </p:cNvSpPr>
          <p:nvPr>
            <p:ph type="sldNum" sz="quarter" idx="12"/>
          </p:nvPr>
        </p:nvSpPr>
        <p:spPr/>
        <p:txBody>
          <a:bodyPr/>
          <a:lstStyle/>
          <a:p>
            <a:fld id="{EF03F2D8-09E8-4F65-B5E4-919B7BA10877}" type="slidenum">
              <a:rPr lang="en-US" smtClean="0"/>
              <a:pPr/>
              <a:t>‹#›</a:t>
            </a:fld>
            <a:endParaRPr lang="en-US"/>
          </a:p>
        </p:txBody>
      </p:sp>
      <p:sp>
        <p:nvSpPr>
          <p:cNvPr id="6" name="Text Placeholder 5">
            <a:extLst>
              <a:ext uri="{FF2B5EF4-FFF2-40B4-BE49-F238E27FC236}">
                <a16:creationId xmlns:a16="http://schemas.microsoft.com/office/drawing/2014/main" id="{7E5B6FEA-0F24-4E57-986A-DF7D1B02FC83}"/>
              </a:ext>
            </a:extLst>
          </p:cNvPr>
          <p:cNvSpPr>
            <a:spLocks noGrp="1"/>
          </p:cNvSpPr>
          <p:nvPr>
            <p:ph type="body" sz="quarter" idx="11"/>
          </p:nvPr>
        </p:nvSpPr>
        <p:spPr>
          <a:xfrm>
            <a:off x="457200" y="1261872"/>
            <a:ext cx="8238744" cy="3355848"/>
          </a:xfrm>
          <a:prstGeom prst="rect">
            <a:avLst/>
          </a:prstGeom>
        </p:spPr>
        <p:txBody>
          <a:bodyPr lIns="0" tIns="0" rIns="0" bIns="0">
            <a:noAutofit/>
          </a:bodyPr>
          <a:lstStyle>
            <a:lvl1pPr>
              <a:defRPr sz="2000" b="1">
                <a:solidFill>
                  <a:schemeClr val="accent1"/>
                </a:solidFill>
                <a:latin typeface="Arial" panose="020B0604020202020204" pitchFamily="34" charset="0"/>
                <a:cs typeface="Arial" panose="020B0604020202020204" pitchFamily="34" charset="0"/>
              </a:defRPr>
            </a:lvl1pPr>
          </a:lstStyle>
          <a:p>
            <a:pPr lvl="0"/>
            <a:r>
              <a:rPr lang="en-US" dirty="0"/>
              <a:t>Click to edit Master text styles</a:t>
            </a:r>
          </a:p>
        </p:txBody>
      </p:sp>
    </p:spTree>
    <p:extLst>
      <p:ext uri="{BB962C8B-B14F-4D97-AF65-F5344CB8AC3E}">
        <p14:creationId xmlns:p14="http://schemas.microsoft.com/office/powerpoint/2010/main" val="276719334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 Column - 2 Line">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noAutofit/>
          </a:bodyPr>
          <a:lstStyle/>
          <a:p>
            <a:fld id="{EF03F2D8-09E8-4F65-B5E4-919B7BA10877}" type="slidenum">
              <a:rPr lang="en-US" smtClean="0"/>
              <a:pPr/>
              <a:t>‹#›</a:t>
            </a:fld>
            <a:endParaRPr lang="en-US"/>
          </a:p>
        </p:txBody>
      </p:sp>
      <p:sp>
        <p:nvSpPr>
          <p:cNvPr id="8" name="Title 1">
            <a:extLst>
              <a:ext uri="{FF2B5EF4-FFF2-40B4-BE49-F238E27FC236}">
                <a16:creationId xmlns:a16="http://schemas.microsoft.com/office/drawing/2014/main" id="{89429205-19AE-4A97-87B8-66B78E2E9201}"/>
              </a:ext>
            </a:extLst>
          </p:cNvPr>
          <p:cNvSpPr>
            <a:spLocks noGrp="1"/>
          </p:cNvSpPr>
          <p:nvPr>
            <p:ph type="title" hasCustomPrompt="1"/>
          </p:nvPr>
        </p:nvSpPr>
        <p:spPr>
          <a:xfrm>
            <a:off x="457200" y="292608"/>
            <a:ext cx="7730012" cy="719328"/>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2-line headline</a:t>
            </a:r>
          </a:p>
        </p:txBody>
      </p:sp>
      <p:sp>
        <p:nvSpPr>
          <p:cNvPr id="6" name="Content Placeholder 2">
            <a:extLst>
              <a:ext uri="{FF2B5EF4-FFF2-40B4-BE49-F238E27FC236}">
                <a16:creationId xmlns:a16="http://schemas.microsoft.com/office/drawing/2014/main" id="{7CB90945-7AED-4112-B6D1-26508B719911}"/>
              </a:ext>
            </a:extLst>
          </p:cNvPr>
          <p:cNvSpPr>
            <a:spLocks noGrp="1"/>
          </p:cNvSpPr>
          <p:nvPr>
            <p:ph sz="quarter" idx="10"/>
          </p:nvPr>
        </p:nvSpPr>
        <p:spPr>
          <a:xfrm>
            <a:off x="457200" y="1257721"/>
            <a:ext cx="3840480" cy="3357562"/>
          </a:xfrm>
          <a:prstGeom prst="rect">
            <a:avLst/>
          </a:prstGeom>
        </p:spPr>
        <p:txBody>
          <a:bodyPr>
            <a:noAutofit/>
          </a:bodyPr>
          <a:lstStyle>
            <a:lvl1pPr>
              <a:defRPr sz="2000">
                <a:latin typeface="Arial" panose="020B0604020202020204" pitchFamily="34" charset="0"/>
                <a:cs typeface="Arial" panose="020B0604020202020204" pitchFamily="34" charset="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B3687BCB-45ED-4D39-87FE-DE0B5DB3E640}"/>
              </a:ext>
            </a:extLst>
          </p:cNvPr>
          <p:cNvSpPr>
            <a:spLocks noGrp="1"/>
          </p:cNvSpPr>
          <p:nvPr>
            <p:ph sz="quarter" idx="15"/>
          </p:nvPr>
        </p:nvSpPr>
        <p:spPr>
          <a:xfrm>
            <a:off x="4843464" y="1257721"/>
            <a:ext cx="3840480" cy="3357562"/>
          </a:xfrm>
          <a:prstGeom prst="rect">
            <a:avLst/>
          </a:prstGeom>
        </p:spPr>
        <p:txBody>
          <a:bodyPr>
            <a:noAutofit/>
          </a:bodyPr>
          <a:lstStyle>
            <a:lvl1pPr>
              <a:defRPr sz="2000">
                <a:latin typeface="Arial" panose="020B0604020202020204" pitchFamily="34" charset="0"/>
                <a:cs typeface="Arial" panose="020B0604020202020204" pitchFamily="34" charset="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8252934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B - Text + Image - 2 Line">
    <p:spTree>
      <p:nvGrpSpPr>
        <p:cNvPr id="1" name=""/>
        <p:cNvGrpSpPr/>
        <p:nvPr/>
      </p:nvGrpSpPr>
      <p:grpSpPr>
        <a:xfrm>
          <a:off x="0" y="0"/>
          <a:ext cx="0" cy="0"/>
          <a:chOff x="0" y="0"/>
          <a:chExt cx="0" cy="0"/>
        </a:xfrm>
      </p:grpSpPr>
      <p:sp>
        <p:nvSpPr>
          <p:cNvPr id="8" name="Picture Placeholder 7"/>
          <p:cNvSpPr>
            <a:spLocks noGrp="1"/>
          </p:cNvSpPr>
          <p:nvPr>
            <p:ph type="pic" sz="quarter" idx="13" hasCustomPrompt="1"/>
          </p:nvPr>
        </p:nvSpPr>
        <p:spPr>
          <a:xfrm>
            <a:off x="4642792" y="0"/>
            <a:ext cx="4501207" cy="5143500"/>
          </a:xfrm>
          <a:prstGeom prst="rect">
            <a:avLst/>
          </a:prstGeom>
          <a:solidFill>
            <a:schemeClr val="accent6">
              <a:alpha val="30000"/>
            </a:schemeClr>
          </a:solidFill>
        </p:spPr>
        <p:txBody>
          <a:bodyPr tIns="914400" bIns="0" anchor="ctr" anchorCtr="0">
            <a:noAutofit/>
          </a:bodyPr>
          <a:lstStyle>
            <a:lvl1pPr marL="0" marR="0" indent="0" algn="ctr" defTabSz="914400" rtl="0" eaLnBrk="1" fontAlgn="auto" latinLnBrk="0" hangingPunct="1">
              <a:lnSpc>
                <a:spcPct val="100000"/>
              </a:lnSpc>
              <a:spcBef>
                <a:spcPts val="200"/>
              </a:spcBef>
              <a:spcAft>
                <a:spcPts val="0"/>
              </a:spcAft>
              <a:buClrTx/>
              <a:buSzTx/>
              <a:buFont typeface="Arial" panose="020B0604020202020204" pitchFamily="34" charset="0"/>
              <a:buNone/>
              <a:tabLst/>
              <a:defRPr sz="900" i="1">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6" name="Slide Number Placeholder 5"/>
          <p:cNvSpPr>
            <a:spLocks noGrp="1"/>
          </p:cNvSpPr>
          <p:nvPr>
            <p:ph type="sldNum" sz="quarter" idx="12"/>
          </p:nvPr>
        </p:nvSpPr>
        <p:spPr/>
        <p:txBody>
          <a:bodyPr>
            <a:noAutofit/>
          </a:bodyPr>
          <a:lstStyle>
            <a:lvl1pPr>
              <a:defRPr>
                <a:solidFill>
                  <a:schemeClr val="accent5"/>
                </a:solidFill>
              </a:defRPr>
            </a:lvl1pPr>
          </a:lstStyle>
          <a:p>
            <a:fld id="{EF03F2D8-09E8-4F65-B5E4-919B7BA10877}" type="slidenum">
              <a:rPr lang="en-US" smtClean="0"/>
              <a:pPr/>
              <a:t>‹#›</a:t>
            </a:fld>
            <a:endParaRPr lang="en-US" dirty="0"/>
          </a:p>
        </p:txBody>
      </p:sp>
      <p:sp>
        <p:nvSpPr>
          <p:cNvPr id="9" name="Content Placeholder 2">
            <a:extLst>
              <a:ext uri="{FF2B5EF4-FFF2-40B4-BE49-F238E27FC236}">
                <a16:creationId xmlns:a16="http://schemas.microsoft.com/office/drawing/2014/main" id="{D82B9EDD-F1CF-4345-9489-2A6B70128D53}"/>
              </a:ext>
            </a:extLst>
          </p:cNvPr>
          <p:cNvSpPr>
            <a:spLocks noGrp="1"/>
          </p:cNvSpPr>
          <p:nvPr>
            <p:ph sz="quarter" idx="10"/>
          </p:nvPr>
        </p:nvSpPr>
        <p:spPr>
          <a:xfrm>
            <a:off x="457200" y="1261872"/>
            <a:ext cx="3840480" cy="3133838"/>
          </a:xfrm>
          <a:prstGeom prst="rect">
            <a:avLst/>
          </a:prstGeom>
        </p:spPr>
        <p:txBody>
          <a:bodyPr>
            <a:noAutofit/>
          </a:bodyPr>
          <a:lstStyle>
            <a:lvl1pPr>
              <a:defRPr sz="2000" b="1" i="0">
                <a:latin typeface="Arial" panose="020B0604020202020204" pitchFamily="34" charset="0"/>
                <a:cs typeface="Arial" panose="020B0604020202020204" pitchFamily="34" charset="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laceholder 1">
            <a:extLst>
              <a:ext uri="{FF2B5EF4-FFF2-40B4-BE49-F238E27FC236}">
                <a16:creationId xmlns:a16="http://schemas.microsoft.com/office/drawing/2014/main" id="{9961A5BB-488E-ADA4-2317-94394FF57910}"/>
              </a:ext>
            </a:extLst>
          </p:cNvPr>
          <p:cNvSpPr>
            <a:spLocks noGrp="1"/>
          </p:cNvSpPr>
          <p:nvPr>
            <p:ph type="title" hasCustomPrompt="1"/>
          </p:nvPr>
        </p:nvSpPr>
        <p:spPr>
          <a:xfrm>
            <a:off x="457200" y="292608"/>
            <a:ext cx="3890514" cy="780288"/>
          </a:xfrm>
          <a:prstGeom prst="rect">
            <a:avLst/>
          </a:prstGeom>
        </p:spPr>
        <p:txBody>
          <a:bodyPr vert="horz" wrap="square" lIns="0" tIns="0" rIns="0" bIns="0" rtlCol="0" anchor="t" anchorCtr="0">
            <a:noAutofit/>
          </a:bodyPr>
          <a:lstStyle>
            <a:lvl1pPr>
              <a:defRPr sz="2600"/>
            </a:lvl1pPr>
          </a:lstStyle>
          <a:p>
            <a:r>
              <a:rPr lang="en-US" dirty="0"/>
              <a:t>2-line headline</a:t>
            </a:r>
          </a:p>
        </p:txBody>
      </p:sp>
      <p:cxnSp>
        <p:nvCxnSpPr>
          <p:cNvPr id="2" name="Straight Connector 1">
            <a:extLst>
              <a:ext uri="{FF2B5EF4-FFF2-40B4-BE49-F238E27FC236}">
                <a16:creationId xmlns:a16="http://schemas.microsoft.com/office/drawing/2014/main" id="{BBAFF861-C677-983F-78F5-A7A8D22A70AE}"/>
              </a:ext>
            </a:extLst>
          </p:cNvPr>
          <p:cNvCxnSpPr>
            <a:cxnSpLocks/>
          </p:cNvCxnSpPr>
          <p:nvPr userDrawn="1"/>
        </p:nvCxnSpPr>
        <p:spPr>
          <a:xfrm>
            <a:off x="457199" y="1075533"/>
            <a:ext cx="3886200"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984933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B - Image + Text - 2 Line">
    <p:spTree>
      <p:nvGrpSpPr>
        <p:cNvPr id="1" name=""/>
        <p:cNvGrpSpPr/>
        <p:nvPr/>
      </p:nvGrpSpPr>
      <p:grpSpPr>
        <a:xfrm>
          <a:off x="0" y="0"/>
          <a:ext cx="0" cy="0"/>
          <a:chOff x="0" y="0"/>
          <a:chExt cx="0" cy="0"/>
        </a:xfrm>
      </p:grpSpPr>
      <p:sp>
        <p:nvSpPr>
          <p:cNvPr id="8" name="Picture Placeholder 7"/>
          <p:cNvSpPr>
            <a:spLocks noGrp="1"/>
          </p:cNvSpPr>
          <p:nvPr>
            <p:ph type="pic" sz="quarter" idx="13" hasCustomPrompt="1"/>
          </p:nvPr>
        </p:nvSpPr>
        <p:spPr>
          <a:xfrm>
            <a:off x="0" y="0"/>
            <a:ext cx="4572000" cy="5143500"/>
          </a:xfrm>
          <a:prstGeom prst="rect">
            <a:avLst/>
          </a:prstGeom>
          <a:solidFill>
            <a:schemeClr val="accent6">
              <a:alpha val="30000"/>
            </a:schemeClr>
          </a:solidFill>
        </p:spPr>
        <p:txBody>
          <a:bodyPr tIns="914400" bIns="0" anchor="ctr" anchorCtr="0">
            <a:noAutofit/>
          </a:bodyPr>
          <a:lstStyle>
            <a:lvl1pPr marL="0" marR="0" indent="0" algn="ctr" defTabSz="914400" rtl="0" eaLnBrk="1" fontAlgn="auto" latinLnBrk="0" hangingPunct="1">
              <a:lnSpc>
                <a:spcPct val="100000"/>
              </a:lnSpc>
              <a:spcBef>
                <a:spcPts val="200"/>
              </a:spcBef>
              <a:spcAft>
                <a:spcPts val="0"/>
              </a:spcAft>
              <a:buClrTx/>
              <a:buSzTx/>
              <a:buFont typeface="Arial" panose="020B0604020202020204" pitchFamily="34" charset="0"/>
              <a:buNone/>
              <a:tabLst/>
              <a:defRPr sz="900" i="1">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9" name="Content Placeholder 2">
            <a:extLst>
              <a:ext uri="{FF2B5EF4-FFF2-40B4-BE49-F238E27FC236}">
                <a16:creationId xmlns:a16="http://schemas.microsoft.com/office/drawing/2014/main" id="{2A928B88-3152-4FBD-93CD-DC3ED1B9BAAC}"/>
              </a:ext>
            </a:extLst>
          </p:cNvPr>
          <p:cNvSpPr>
            <a:spLocks noGrp="1"/>
          </p:cNvSpPr>
          <p:nvPr>
            <p:ph sz="quarter" idx="10"/>
          </p:nvPr>
        </p:nvSpPr>
        <p:spPr>
          <a:xfrm>
            <a:off x="4962145" y="1261872"/>
            <a:ext cx="3721608" cy="3355848"/>
          </a:xfrm>
          <a:prstGeom prst="rect">
            <a:avLst/>
          </a:prstGeom>
        </p:spPr>
        <p:txBody>
          <a:bodyPr>
            <a:noAutofit/>
          </a:bodyPr>
          <a:lstStyle>
            <a:lvl1pPr>
              <a:defRPr sz="2000">
                <a:latin typeface="Arial" panose="020B0604020202020204" pitchFamily="34" charset="0"/>
                <a:cs typeface="Arial" panose="020B0604020202020204" pitchFamily="34" charset="0"/>
              </a:defRPr>
            </a:lvl1pPr>
            <a:lvl2pPr>
              <a:defRPr sz="1600"/>
            </a:lvl2pPr>
            <a:lvl3pPr>
              <a:defRPr sz="1400"/>
            </a:lvl3pPr>
            <a:lvl4pPr>
              <a:defRPr sz="1100"/>
            </a:lvl4pPr>
            <a:lvl5pP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6CA611EB-03D2-3BB3-E44B-6AA6D501DB62}"/>
              </a:ext>
            </a:extLst>
          </p:cNvPr>
          <p:cNvSpPr>
            <a:spLocks noGrp="1"/>
          </p:cNvSpPr>
          <p:nvPr>
            <p:ph type="title" hasCustomPrompt="1"/>
          </p:nvPr>
        </p:nvSpPr>
        <p:spPr>
          <a:xfrm>
            <a:off x="4962145" y="292608"/>
            <a:ext cx="3724656" cy="731520"/>
          </a:xfrm>
          <a:prstGeom prst="rect">
            <a:avLst/>
          </a:prstGeom>
        </p:spPr>
        <p:txBody>
          <a:bodyPr vert="horz" wrap="square" lIns="0" tIns="0" rIns="0" bIns="0" rtlCol="0" anchor="t" anchorCtr="0">
            <a:noAutofit/>
          </a:bodyPr>
          <a:lstStyle>
            <a:lvl1pPr>
              <a:defRPr sz="2600"/>
            </a:lvl1pPr>
          </a:lstStyle>
          <a:p>
            <a:r>
              <a:rPr lang="en-US" dirty="0"/>
              <a:t>2-line headline</a:t>
            </a:r>
          </a:p>
        </p:txBody>
      </p:sp>
      <p:cxnSp>
        <p:nvCxnSpPr>
          <p:cNvPr id="10" name="Straight Connector 9">
            <a:extLst>
              <a:ext uri="{FF2B5EF4-FFF2-40B4-BE49-F238E27FC236}">
                <a16:creationId xmlns:a16="http://schemas.microsoft.com/office/drawing/2014/main" id="{B8F1769D-D70F-37D2-976B-918573D2B8E7}"/>
              </a:ext>
            </a:extLst>
          </p:cNvPr>
          <p:cNvCxnSpPr>
            <a:cxnSpLocks/>
          </p:cNvCxnSpPr>
          <p:nvPr userDrawn="1"/>
        </p:nvCxnSpPr>
        <p:spPr>
          <a:xfrm>
            <a:off x="4907811" y="1023775"/>
            <a:ext cx="3778989"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Slide Number Placeholder 4">
            <a:extLst>
              <a:ext uri="{FF2B5EF4-FFF2-40B4-BE49-F238E27FC236}">
                <a16:creationId xmlns:a16="http://schemas.microsoft.com/office/drawing/2014/main" id="{35DDDBD4-C79E-862E-E7D7-B2102F106C38}"/>
              </a:ext>
            </a:extLst>
          </p:cNvPr>
          <p:cNvSpPr>
            <a:spLocks noGrp="1"/>
          </p:cNvSpPr>
          <p:nvPr>
            <p:ph type="sldNum" sz="quarter" idx="12"/>
          </p:nvPr>
        </p:nvSpPr>
        <p:spPr>
          <a:xfrm>
            <a:off x="140861" y="4890957"/>
            <a:ext cx="246888" cy="122585"/>
          </a:xfrm>
        </p:spPr>
        <p:txBody>
          <a:bodyPr/>
          <a:lstStyle/>
          <a:p>
            <a:fld id="{EF03F2D8-09E8-4F65-B5E4-919B7BA10877}" type="slidenum">
              <a:rPr lang="en-US" smtClean="0"/>
              <a:pPr/>
              <a:t>‹#›</a:t>
            </a:fld>
            <a:endParaRPr lang="en-US"/>
          </a:p>
        </p:txBody>
      </p:sp>
    </p:spTree>
    <p:extLst>
      <p:ext uri="{BB962C8B-B14F-4D97-AF65-F5344CB8AC3E}">
        <p14:creationId xmlns:p14="http://schemas.microsoft.com/office/powerpoint/2010/main" val="108879792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50/50 - 2 Line">
    <p:spTree>
      <p:nvGrpSpPr>
        <p:cNvPr id="1" name=""/>
        <p:cNvGrpSpPr/>
        <p:nvPr/>
      </p:nvGrpSpPr>
      <p:grpSpPr>
        <a:xfrm>
          <a:off x="0" y="0"/>
          <a:ext cx="0" cy="0"/>
          <a:chOff x="0" y="0"/>
          <a:chExt cx="0" cy="0"/>
        </a:xfrm>
      </p:grpSpPr>
      <p:sp>
        <p:nvSpPr>
          <p:cNvPr id="8" name="Picture Placeholder 7"/>
          <p:cNvSpPr>
            <a:spLocks noGrp="1"/>
          </p:cNvSpPr>
          <p:nvPr>
            <p:ph type="pic" sz="quarter" idx="13" hasCustomPrompt="1"/>
          </p:nvPr>
        </p:nvSpPr>
        <p:spPr>
          <a:xfrm>
            <a:off x="0" y="2874768"/>
            <a:ext cx="9144000" cy="2268732"/>
          </a:xfrm>
          <a:prstGeom prst="rect">
            <a:avLst/>
          </a:prstGeom>
          <a:solidFill>
            <a:schemeClr val="accent6">
              <a:alpha val="30000"/>
            </a:schemeClr>
          </a:solidFill>
        </p:spPr>
        <p:txBody>
          <a:bodyPr tIns="914400" bIns="0" anchor="ctr" anchorCtr="0">
            <a:noAutofit/>
          </a:bodyPr>
          <a:lstStyle>
            <a:lvl1pPr marL="0" marR="0" indent="0" algn="ctr" defTabSz="914400" rtl="0" eaLnBrk="1" fontAlgn="auto" latinLnBrk="0" hangingPunct="1">
              <a:lnSpc>
                <a:spcPct val="100000"/>
              </a:lnSpc>
              <a:spcBef>
                <a:spcPts val="200"/>
              </a:spcBef>
              <a:spcAft>
                <a:spcPts val="0"/>
              </a:spcAft>
              <a:buClrTx/>
              <a:buSzTx/>
              <a:buFont typeface="Arial" panose="020B0604020202020204" pitchFamily="34" charset="0"/>
              <a:buNone/>
              <a:tabLst/>
              <a:defRPr sz="900" i="1">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14" name="Content Placeholder 2">
            <a:extLst>
              <a:ext uri="{FF2B5EF4-FFF2-40B4-BE49-F238E27FC236}">
                <a16:creationId xmlns:a16="http://schemas.microsoft.com/office/drawing/2014/main" id="{BF206161-A30C-456D-A0C0-A2152F3EEA18}"/>
              </a:ext>
            </a:extLst>
          </p:cNvPr>
          <p:cNvSpPr>
            <a:spLocks noGrp="1"/>
          </p:cNvSpPr>
          <p:nvPr>
            <p:ph sz="quarter" idx="10" hasCustomPrompt="1"/>
          </p:nvPr>
        </p:nvSpPr>
        <p:spPr>
          <a:xfrm>
            <a:off x="457200" y="1255776"/>
            <a:ext cx="8229600" cy="1448050"/>
          </a:xfrm>
          <a:prstGeom prst="rect">
            <a:avLst/>
          </a:prstGeom>
        </p:spPr>
        <p:txBody>
          <a:bodyPr>
            <a:noAutofit/>
          </a:bodyPr>
          <a:lstStyle>
            <a:lvl1pPr>
              <a:defRPr sz="2000">
                <a:latin typeface="Arial" panose="020B0604020202020204" pitchFamily="34" charset="0"/>
                <a:cs typeface="Arial" panose="020B0604020202020204" pitchFamily="34" charset="0"/>
              </a:defRPr>
            </a:lvl1pPr>
            <a:lvl2pPr>
              <a:defRPr sz="1600"/>
            </a:lvl2pPr>
            <a:lvl3pPr>
              <a:defRPr sz="1400"/>
            </a:lvl3pPr>
            <a:lvl4pPr>
              <a:defRPr sz="1100"/>
            </a:lvl4pPr>
            <a:lvl5pPr>
              <a:defRPr sz="1100"/>
            </a:lvl5pPr>
          </a:lstStyle>
          <a:p>
            <a:r>
              <a:rPr lang="en-US" dirty="0"/>
              <a:t>Subhead goes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5D1EFA24-D132-7D01-0940-74981A968685}"/>
              </a:ext>
            </a:extLst>
          </p:cNvPr>
          <p:cNvSpPr>
            <a:spLocks noGrp="1"/>
          </p:cNvSpPr>
          <p:nvPr>
            <p:ph type="title" hasCustomPrompt="1"/>
          </p:nvPr>
        </p:nvSpPr>
        <p:spPr>
          <a:xfrm>
            <a:off x="457200" y="292608"/>
            <a:ext cx="7730011" cy="717717"/>
          </a:xfrm>
          <a:prstGeom prst="rect">
            <a:avLst/>
          </a:prstGeom>
        </p:spPr>
        <p:txBody>
          <a:bodyPr vert="horz" wrap="square" lIns="0" tIns="0" rIns="0" bIns="0" rtlCol="0" anchor="t" anchorCtr="0">
            <a:noAutofit/>
          </a:bodyPr>
          <a:lstStyle>
            <a:lvl1pPr>
              <a:defRPr sz="2600"/>
            </a:lvl1pPr>
          </a:lstStyle>
          <a:p>
            <a:r>
              <a:rPr lang="en-US" dirty="0"/>
              <a:t>2-line headline</a:t>
            </a:r>
          </a:p>
        </p:txBody>
      </p:sp>
      <p:sp>
        <p:nvSpPr>
          <p:cNvPr id="7" name="Slide Number Placeholder 4">
            <a:extLst>
              <a:ext uri="{FF2B5EF4-FFF2-40B4-BE49-F238E27FC236}">
                <a16:creationId xmlns:a16="http://schemas.microsoft.com/office/drawing/2014/main" id="{AB7E3067-608B-1479-E3D2-8A76FCEC2AF9}"/>
              </a:ext>
            </a:extLst>
          </p:cNvPr>
          <p:cNvSpPr>
            <a:spLocks noGrp="1"/>
          </p:cNvSpPr>
          <p:nvPr>
            <p:ph type="sldNum" sz="quarter" idx="12"/>
          </p:nvPr>
        </p:nvSpPr>
        <p:spPr>
          <a:xfrm>
            <a:off x="140861" y="4890957"/>
            <a:ext cx="246888" cy="122585"/>
          </a:xfrm>
        </p:spPr>
        <p:txBody>
          <a:bodyPr/>
          <a:lstStyle/>
          <a:p>
            <a:fld id="{EF03F2D8-09E8-4F65-B5E4-919B7BA10877}" type="slidenum">
              <a:rPr lang="en-US" smtClean="0"/>
              <a:pPr/>
              <a:t>‹#›</a:t>
            </a:fld>
            <a:endParaRPr lang="en-US"/>
          </a:p>
        </p:txBody>
      </p:sp>
      <p:pic>
        <p:nvPicPr>
          <p:cNvPr id="4" name="Graphic 3">
            <a:extLst>
              <a:ext uri="{FF2B5EF4-FFF2-40B4-BE49-F238E27FC236}">
                <a16:creationId xmlns:a16="http://schemas.microsoft.com/office/drawing/2014/main" id="{F1EDB25F-4BAF-C0C6-4F39-5EA5E5A6F1E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238046" y="84935"/>
            <a:ext cx="933424" cy="339427"/>
          </a:xfrm>
          <a:prstGeom prst="rect">
            <a:avLst/>
          </a:prstGeom>
        </p:spPr>
      </p:pic>
      <p:cxnSp>
        <p:nvCxnSpPr>
          <p:cNvPr id="3" name="Straight Connector 2">
            <a:extLst>
              <a:ext uri="{FF2B5EF4-FFF2-40B4-BE49-F238E27FC236}">
                <a16:creationId xmlns:a16="http://schemas.microsoft.com/office/drawing/2014/main" id="{133F95ED-DA09-8A58-45B1-9A9C6DEFE2EE}"/>
              </a:ext>
            </a:extLst>
          </p:cNvPr>
          <p:cNvCxnSpPr>
            <a:cxnSpLocks/>
          </p:cNvCxnSpPr>
          <p:nvPr userDrawn="1"/>
        </p:nvCxnSpPr>
        <p:spPr>
          <a:xfrm>
            <a:off x="457199" y="1010962"/>
            <a:ext cx="8213726"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552006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theme" Target="../theme/theme1.xml"/><Relationship Id="rId36"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slideLayout" Target="../slideLayouts/slideLayout46.xml"/><Relationship Id="rId13" Type="http://schemas.openxmlformats.org/officeDocument/2006/relationships/slideLayout" Target="../slideLayouts/slideLayout47.xml"/><Relationship Id="rId14" Type="http://schemas.openxmlformats.org/officeDocument/2006/relationships/slideLayout" Target="../slideLayouts/slideLayout48.xml"/><Relationship Id="rId15" Type="http://schemas.openxmlformats.org/officeDocument/2006/relationships/slideLayout" Target="../slideLayouts/slideLayout49.xml"/><Relationship Id="rId16" Type="http://schemas.openxmlformats.org/officeDocument/2006/relationships/slideLayout" Target="../slideLayouts/slideLayout50.xml"/><Relationship Id="rId17" Type="http://schemas.openxmlformats.org/officeDocument/2006/relationships/slideLayout" Target="../slideLayouts/slideLayout51.xml"/><Relationship Id="rId18" Type="http://schemas.openxmlformats.org/officeDocument/2006/relationships/slideLayout" Target="../slideLayouts/slideLayout52.xml"/><Relationship Id="rId19" Type="http://schemas.openxmlformats.org/officeDocument/2006/relationships/slideLayout" Target="../slideLayouts/slideLayout53.xml"/><Relationship Id="rId20" Type="http://schemas.openxmlformats.org/officeDocument/2006/relationships/slideLayout" Target="../slideLayouts/slideLayout54.xml"/><Relationship Id="rId21" Type="http://schemas.openxmlformats.org/officeDocument/2006/relationships/slideLayout" Target="../slideLayouts/slideLayout55.xml"/><Relationship Id="rId22" Type="http://schemas.openxmlformats.org/officeDocument/2006/relationships/slideLayout" Target="../slideLayouts/slideLayout56.xml"/><Relationship Id="rId23" Type="http://schemas.openxmlformats.org/officeDocument/2006/relationships/theme" Target="../theme/theme2.xml"/><Relationship Id="rId24"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199" y="292608"/>
            <a:ext cx="7699733" cy="409067"/>
          </a:xfrm>
          <a:prstGeom prst="rect">
            <a:avLst/>
          </a:prstGeom>
        </p:spPr>
        <p:txBody>
          <a:bodyPr vert="horz" wrap="square" lIns="0" tIns="0" rIns="0" bIns="0" rtlCol="0" anchor="t" anchorCtr="0">
            <a:noAutofit/>
          </a:bodyPr>
          <a:lstStyle/>
          <a:p>
            <a:r>
              <a:rPr lang="en-US" dirty="0"/>
              <a:t>1-line headline</a:t>
            </a:r>
          </a:p>
        </p:txBody>
      </p:sp>
      <p:sp>
        <p:nvSpPr>
          <p:cNvPr id="6" name="Slide Number Placeholder 5"/>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Text Placeholder 2">
            <a:extLst>
              <a:ext uri="{FF2B5EF4-FFF2-40B4-BE49-F238E27FC236}">
                <a16:creationId xmlns:a16="http://schemas.microsoft.com/office/drawing/2014/main" id="{D459B281-EFD0-4B30-BBE0-79F083E45852}"/>
              </a:ext>
            </a:extLst>
          </p:cNvPr>
          <p:cNvSpPr>
            <a:spLocks noGrp="1"/>
          </p:cNvSpPr>
          <p:nvPr>
            <p:ph type="body" idx="1"/>
          </p:nvPr>
        </p:nvSpPr>
        <p:spPr>
          <a:xfrm>
            <a:off x="457198" y="914400"/>
            <a:ext cx="7871605" cy="366601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a:extLst>
              <a:ext uri="{FF2B5EF4-FFF2-40B4-BE49-F238E27FC236}">
                <a16:creationId xmlns:a16="http://schemas.microsoft.com/office/drawing/2014/main" id="{EFACAFB7-FD1D-E7BB-AF0F-2067B2D0DE48}"/>
              </a:ext>
            </a:extLst>
          </p:cNvPr>
          <p:cNvCxnSpPr>
            <a:cxnSpLocks/>
          </p:cNvCxnSpPr>
          <p:nvPr userDrawn="1"/>
        </p:nvCxnSpPr>
        <p:spPr>
          <a:xfrm>
            <a:off x="457199" y="699391"/>
            <a:ext cx="8219441"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247C5CE2-C9A7-9816-8B7D-EBFDFC862F5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8238744" y="91440"/>
            <a:ext cx="933424" cy="339427"/>
          </a:xfrm>
          <a:prstGeom prst="rect">
            <a:avLst/>
          </a:prstGeom>
        </p:spPr>
      </p:pic>
    </p:spTree>
    <p:extLst>
      <p:ext uri="{BB962C8B-B14F-4D97-AF65-F5344CB8AC3E}">
        <p14:creationId xmlns:p14="http://schemas.microsoft.com/office/powerpoint/2010/main" val="935434634"/>
      </p:ext>
    </p:extLst>
  </p:cSld>
  <p:clrMap bg1="lt1" tx1="dk1" bg2="lt2" tx2="dk2" accent1="accent1" accent2="accent2" accent3="accent3" accent4="accent4" accent5="accent5" accent6="accent6" hlink="hlink" folHlink="folHlink"/>
  <p:sldLayoutIdLst>
    <p:sldLayoutId id="2147483728" r:id="rId1"/>
    <p:sldLayoutId id="2147483770" r:id="rId2"/>
    <p:sldLayoutId id="2147483792" r:id="rId3"/>
    <p:sldLayoutId id="2147483793" r:id="rId4"/>
    <p:sldLayoutId id="2147483806" r:id="rId5"/>
    <p:sldLayoutId id="2147483696" r:id="rId6"/>
    <p:sldLayoutId id="2147483774" r:id="rId7"/>
    <p:sldLayoutId id="2147483659" r:id="rId8"/>
    <p:sldLayoutId id="2147483771" r:id="rId9"/>
    <p:sldLayoutId id="2147483810" r:id="rId10"/>
    <p:sldLayoutId id="2147483698" r:id="rId11"/>
    <p:sldLayoutId id="2147483713" r:id="rId12"/>
    <p:sldLayoutId id="2147483727" r:id="rId13"/>
    <p:sldLayoutId id="2147483693" r:id="rId14"/>
    <p:sldLayoutId id="2147483697" r:id="rId15"/>
    <p:sldLayoutId id="2147483706" r:id="rId16"/>
    <p:sldLayoutId id="2147483707" r:id="rId17"/>
    <p:sldLayoutId id="2147483800" r:id="rId18"/>
    <p:sldLayoutId id="2147483654" r:id="rId19"/>
    <p:sldLayoutId id="2147483652" r:id="rId20"/>
    <p:sldLayoutId id="2147483658" r:id="rId21"/>
    <p:sldLayoutId id="2147483663" r:id="rId22"/>
    <p:sldLayoutId id="2147483664" r:id="rId23"/>
    <p:sldLayoutId id="2147483651" r:id="rId24"/>
    <p:sldLayoutId id="2147483791" r:id="rId25"/>
    <p:sldLayoutId id="2147483666" r:id="rId26"/>
    <p:sldLayoutId id="2147483794" r:id="rId27"/>
    <p:sldLayoutId id="2147483795" r:id="rId28"/>
    <p:sldLayoutId id="2147483796" r:id="rId29"/>
    <p:sldLayoutId id="2147483797" r:id="rId30"/>
    <p:sldLayoutId id="2147483798" r:id="rId31"/>
    <p:sldLayoutId id="2147483799" r:id="rId32"/>
    <p:sldLayoutId id="2147483694" r:id="rId33"/>
    <p:sldLayoutId id="2147483724" r:id="rId34"/>
  </p:sldLayoutIdLst>
  <p:hf hdr="0" ftr="0"/>
  <p:txStyles>
    <p:titleStyle>
      <a:lvl1pPr algn="l" defTabSz="914400" rtl="0" eaLnBrk="1" latinLnBrk="0" hangingPunct="1">
        <a:lnSpc>
          <a:spcPct val="85000"/>
        </a:lnSpc>
        <a:spcBef>
          <a:spcPct val="0"/>
        </a:spcBef>
        <a:buNone/>
        <a:defRPr sz="2600" b="0" kern="1200" spc="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200"/>
        </a:spcBef>
        <a:spcAft>
          <a:spcPts val="1200"/>
        </a:spcAft>
        <a:buFont typeface="Arial" panose="020B0604020202020204" pitchFamily="34" charset="0"/>
        <a:buNone/>
        <a:defRPr sz="2000" b="1" i="0" kern="1200">
          <a:solidFill>
            <a:schemeClr val="accent1"/>
          </a:solidFill>
          <a:latin typeface="Arial" panose="020B0604020202020204" pitchFamily="34" charset="0"/>
          <a:ea typeface="+mn-ea"/>
          <a:cs typeface="Arial" panose="020B0604020202020204" pitchFamily="34" charset="0"/>
        </a:defRPr>
      </a:lvl1pPr>
      <a:lvl2pPr marL="171450" indent="-171450" algn="l" defTabSz="914400" rtl="0" eaLnBrk="1" latinLnBrk="0" hangingPunct="1">
        <a:lnSpc>
          <a:spcPct val="100000"/>
        </a:lnSpc>
        <a:spcBef>
          <a:spcPts val="0"/>
        </a:spcBef>
        <a:buClr>
          <a:schemeClr val="accent1"/>
        </a:buClr>
        <a:buSzPct val="100000"/>
        <a:buFont typeface="Wingdings" pitchFamily="2" charset="2"/>
        <a:buChar char="§"/>
        <a:tabLst/>
        <a:defRPr sz="1800" b="0" kern="1200">
          <a:solidFill>
            <a:schemeClr val="tx1"/>
          </a:solidFill>
          <a:latin typeface="+mn-lt"/>
          <a:ea typeface="+mn-ea"/>
          <a:cs typeface="+mn-cs"/>
        </a:defRPr>
      </a:lvl2pPr>
      <a:lvl3pPr marL="519113" indent="-176213" algn="l" defTabSz="914400" rtl="0" eaLnBrk="1" latinLnBrk="0" hangingPunct="1">
        <a:lnSpc>
          <a:spcPct val="100000"/>
        </a:lnSpc>
        <a:spcBef>
          <a:spcPts val="200"/>
        </a:spcBef>
        <a:buClr>
          <a:schemeClr val="accent1"/>
        </a:buClr>
        <a:buSzPct val="100000"/>
        <a:buFont typeface="Wingdings" pitchFamily="2" charset="2"/>
        <a:buChar char="§"/>
        <a:tabLst/>
        <a:defRPr sz="1600" kern="1200">
          <a:solidFill>
            <a:schemeClr val="tx1"/>
          </a:solidFill>
          <a:latin typeface="+mn-lt"/>
          <a:ea typeface="+mn-ea"/>
          <a:cs typeface="+mn-cs"/>
        </a:defRPr>
      </a:lvl3pPr>
      <a:lvl4pPr marL="1009650" indent="-149225" algn="l" defTabSz="914400" rtl="0" eaLnBrk="1" latinLnBrk="0" hangingPunct="1">
        <a:lnSpc>
          <a:spcPct val="100000"/>
        </a:lnSpc>
        <a:spcBef>
          <a:spcPts val="200"/>
        </a:spcBef>
        <a:buClr>
          <a:schemeClr val="accent1"/>
        </a:buClr>
        <a:buSzPct val="100000"/>
        <a:buFont typeface="Wingdings" pitchFamily="2" charset="2"/>
        <a:buChar char="§"/>
        <a:tabLst/>
        <a:defRPr sz="1200" kern="1200">
          <a:solidFill>
            <a:schemeClr val="tx1"/>
          </a:solidFill>
          <a:latin typeface="+mn-lt"/>
          <a:ea typeface="+mn-ea"/>
          <a:cs typeface="+mn-cs"/>
        </a:defRPr>
      </a:lvl4pPr>
      <a:lvl5pPr marL="1301750" indent="-158750" algn="l" defTabSz="914400" rtl="0" eaLnBrk="1" latinLnBrk="0" hangingPunct="1">
        <a:lnSpc>
          <a:spcPct val="100000"/>
        </a:lnSpc>
        <a:spcBef>
          <a:spcPts val="200"/>
        </a:spcBef>
        <a:buClr>
          <a:schemeClr val="accent1"/>
        </a:buClr>
        <a:buSzPct val="100000"/>
        <a:buFont typeface="Wingdings" pitchFamily="2" charset="2"/>
        <a:buChar char="§"/>
        <a:tabLst/>
        <a:defRPr sz="1200" kern="1200">
          <a:solidFill>
            <a:schemeClr val="tx1"/>
          </a:solidFill>
          <a:latin typeface="+mn-lt"/>
          <a:ea typeface="+mn-ea"/>
          <a:cs typeface="+mn-cs"/>
        </a:defRPr>
      </a:lvl5pPr>
      <a:lvl6pPr marL="1638300" indent="-149225" algn="l" defTabSz="914400" rtl="0" eaLnBrk="1" latinLnBrk="0" hangingPunct="1">
        <a:spcBef>
          <a:spcPct val="20000"/>
        </a:spcBef>
        <a:buClr>
          <a:schemeClr val="accent1"/>
        </a:buClr>
        <a:buSzPct val="100000"/>
        <a:buFont typeface="Wingdings" pitchFamily="2" charset="2"/>
        <a:buChar char="§"/>
        <a:tabLst/>
        <a:defRPr sz="11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42" userDrawn="1">
          <p15:clr>
            <a:srgbClr val="F26B43"/>
          </p15:clr>
        </p15:guide>
        <p15:guide id="2" pos="5472" userDrawn="1">
          <p15:clr>
            <a:srgbClr val="F26B43"/>
          </p15:clr>
        </p15:guide>
        <p15:guide id="3" pos="288" userDrawn="1">
          <p15:clr>
            <a:srgbClr val="F26B43"/>
          </p15:clr>
        </p15:guide>
        <p15:guide id="4" orient="horz" pos="732" userDrawn="1">
          <p15:clr>
            <a:srgbClr val="F26B43"/>
          </p15:clr>
        </p15:guide>
        <p15:guide id="6" orient="horz" pos="34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199" y="292608"/>
            <a:ext cx="7711845" cy="719328"/>
          </a:xfrm>
          <a:prstGeom prst="rect">
            <a:avLst/>
          </a:prstGeom>
        </p:spPr>
        <p:txBody>
          <a:bodyPr vert="horz" wrap="square" lIns="0" tIns="0" rIns="0" bIns="0" rtlCol="0" anchor="t" anchorCtr="0">
            <a:noAutofit/>
          </a:bodyPr>
          <a:lstStyle/>
          <a:p>
            <a:r>
              <a:rPr lang="en-US" dirty="0"/>
              <a:t>2-line headline</a:t>
            </a:r>
          </a:p>
        </p:txBody>
      </p:sp>
      <p:sp>
        <p:nvSpPr>
          <p:cNvPr id="6" name="Slide Number Placeholder 5"/>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8" name="Text Placeholder 2">
            <a:extLst>
              <a:ext uri="{FF2B5EF4-FFF2-40B4-BE49-F238E27FC236}">
                <a16:creationId xmlns:a16="http://schemas.microsoft.com/office/drawing/2014/main" id="{1A88E5E2-C058-368D-B13C-CDA00642E871}"/>
              </a:ext>
            </a:extLst>
          </p:cNvPr>
          <p:cNvSpPr>
            <a:spLocks noGrp="1"/>
          </p:cNvSpPr>
          <p:nvPr>
            <p:ph type="body" idx="1"/>
          </p:nvPr>
        </p:nvSpPr>
        <p:spPr>
          <a:xfrm>
            <a:off x="457198" y="1261872"/>
            <a:ext cx="8229600" cy="3355848"/>
          </a:xfrm>
          <a:prstGeom prst="rect">
            <a:avLst/>
          </a:prstGeom>
        </p:spPr>
        <p:txBody>
          <a:bodyPr vert="horz" lIns="0" tIns="0" rIns="0" bIns="0" rtlCol="0">
            <a:noAutofit/>
          </a:bodyPr>
          <a:lstStyle/>
          <a:p>
            <a:r>
              <a:rPr lang="en-US" dirty="0"/>
              <a:t>Subhead goes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cxnSp>
        <p:nvCxnSpPr>
          <p:cNvPr id="3" name="Straight Connector 2">
            <a:extLst>
              <a:ext uri="{FF2B5EF4-FFF2-40B4-BE49-F238E27FC236}">
                <a16:creationId xmlns:a16="http://schemas.microsoft.com/office/drawing/2014/main" id="{C2775162-C642-47AF-0B8C-FB9B5119391B}"/>
              </a:ext>
            </a:extLst>
          </p:cNvPr>
          <p:cNvCxnSpPr>
            <a:cxnSpLocks/>
          </p:cNvCxnSpPr>
          <p:nvPr userDrawn="1"/>
        </p:nvCxnSpPr>
        <p:spPr>
          <a:xfrm>
            <a:off x="457199" y="1010962"/>
            <a:ext cx="8213726"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CE470401-9367-FBD9-7FBF-82C4C68664F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238744" y="91440"/>
            <a:ext cx="933424" cy="339427"/>
          </a:xfrm>
          <a:prstGeom prst="rect">
            <a:avLst/>
          </a:prstGeom>
        </p:spPr>
      </p:pic>
    </p:spTree>
    <p:extLst>
      <p:ext uri="{BB962C8B-B14F-4D97-AF65-F5344CB8AC3E}">
        <p14:creationId xmlns:p14="http://schemas.microsoft.com/office/powerpoint/2010/main" val="1085771139"/>
      </p:ext>
    </p:extLst>
  </p:cSld>
  <p:clrMap bg1="lt1" tx1="dk1" bg2="lt2" tx2="dk2" accent1="accent1" accent2="accent2" accent3="accent3" accent4="accent4" accent5="accent5" accent6="accent6" hlink="hlink" folHlink="folHlink"/>
  <p:sldLayoutIdLst>
    <p:sldLayoutId id="2147483808" r:id="rId1"/>
    <p:sldLayoutId id="2147483809" r:id="rId2"/>
    <p:sldLayoutId id="2147483811" r:id="rId3"/>
    <p:sldLayoutId id="2147483812" r:id="rId4"/>
    <p:sldLayoutId id="2147483801" r:id="rId5"/>
    <p:sldLayoutId id="2147483731" r:id="rId6"/>
    <p:sldLayoutId id="2147483802" r:id="rId7"/>
    <p:sldLayoutId id="2147483803" r:id="rId8"/>
    <p:sldLayoutId id="2147483807" r:id="rId9"/>
    <p:sldLayoutId id="2147483733" r:id="rId10"/>
    <p:sldLayoutId id="2147483734" r:id="rId11"/>
    <p:sldLayoutId id="2147483735" r:id="rId12"/>
    <p:sldLayoutId id="2147483736" r:id="rId13"/>
    <p:sldLayoutId id="2147483737" r:id="rId14"/>
    <p:sldLayoutId id="2147483745" r:id="rId15"/>
    <p:sldLayoutId id="2147483746" r:id="rId16"/>
    <p:sldLayoutId id="2147483747" r:id="rId17"/>
    <p:sldLayoutId id="2147483748" r:id="rId18"/>
    <p:sldLayoutId id="2147483749" r:id="rId19"/>
    <p:sldLayoutId id="2147483750" r:id="rId20"/>
    <p:sldLayoutId id="2147483751" r:id="rId21"/>
    <p:sldLayoutId id="2147483752" r:id="rId22"/>
  </p:sldLayoutIdLst>
  <p:hf hdr="0" ftr="0"/>
  <p:txStyles>
    <p:titleStyle>
      <a:lvl1pPr algn="l" defTabSz="914400" rtl="0" eaLnBrk="1" latinLnBrk="0" hangingPunct="1">
        <a:lnSpc>
          <a:spcPct val="85000"/>
        </a:lnSpc>
        <a:spcBef>
          <a:spcPct val="0"/>
        </a:spcBef>
        <a:buNone/>
        <a:defRPr sz="2600" b="0" kern="1200" spc="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200"/>
        </a:spcBef>
        <a:spcAft>
          <a:spcPts val="1200"/>
        </a:spcAft>
        <a:buFont typeface="Arial" panose="020B0604020202020204" pitchFamily="34" charset="0"/>
        <a:buNone/>
        <a:defRPr sz="2000" b="1" i="0" kern="1200">
          <a:solidFill>
            <a:schemeClr val="accent1"/>
          </a:solidFill>
          <a:latin typeface="Arial" panose="020B0604020202020204" pitchFamily="34" charset="0"/>
          <a:ea typeface="+mn-ea"/>
          <a:cs typeface="Arial" panose="020B0604020202020204" pitchFamily="34" charset="0"/>
        </a:defRPr>
      </a:lvl1pPr>
      <a:lvl2pPr marL="171450" indent="-171450" algn="l" defTabSz="914400" rtl="0" eaLnBrk="1" latinLnBrk="0" hangingPunct="1">
        <a:lnSpc>
          <a:spcPct val="100000"/>
        </a:lnSpc>
        <a:spcBef>
          <a:spcPts val="0"/>
        </a:spcBef>
        <a:buClr>
          <a:schemeClr val="accent1"/>
        </a:buClr>
        <a:buSzPct val="100000"/>
        <a:buFont typeface="Wingdings" pitchFamily="2" charset="2"/>
        <a:buChar char="§"/>
        <a:tabLst/>
        <a:defRPr sz="1800" b="0" kern="1200">
          <a:solidFill>
            <a:schemeClr val="tx1"/>
          </a:solidFill>
          <a:latin typeface="+mn-lt"/>
          <a:ea typeface="+mn-ea"/>
          <a:cs typeface="+mn-cs"/>
        </a:defRPr>
      </a:lvl2pPr>
      <a:lvl3pPr marL="519113" indent="-176213" algn="l" defTabSz="914400" rtl="0" eaLnBrk="1" latinLnBrk="0" hangingPunct="1">
        <a:lnSpc>
          <a:spcPct val="100000"/>
        </a:lnSpc>
        <a:spcBef>
          <a:spcPts val="200"/>
        </a:spcBef>
        <a:buClr>
          <a:schemeClr val="accent1"/>
        </a:buClr>
        <a:buSzPct val="100000"/>
        <a:buFont typeface="Wingdings" pitchFamily="2" charset="2"/>
        <a:buChar char="§"/>
        <a:tabLst/>
        <a:defRPr sz="1600" b="0" kern="1200">
          <a:solidFill>
            <a:schemeClr val="tx1"/>
          </a:solidFill>
          <a:latin typeface="+mn-lt"/>
          <a:ea typeface="+mn-ea"/>
          <a:cs typeface="+mn-cs"/>
        </a:defRPr>
      </a:lvl3pPr>
      <a:lvl4pPr marL="1009650" indent="-147638" algn="l" defTabSz="914400" rtl="0" eaLnBrk="1" latinLnBrk="0" hangingPunct="1">
        <a:lnSpc>
          <a:spcPct val="100000"/>
        </a:lnSpc>
        <a:spcBef>
          <a:spcPts val="200"/>
        </a:spcBef>
        <a:buClr>
          <a:schemeClr val="accent1"/>
        </a:buClr>
        <a:buSzPct val="100000"/>
        <a:buFont typeface="Wingdings" pitchFamily="2" charset="2"/>
        <a:buChar char="§"/>
        <a:tabLst/>
        <a:defRPr sz="1200" b="0" kern="1200">
          <a:solidFill>
            <a:schemeClr val="tx1"/>
          </a:solidFill>
          <a:latin typeface="+mn-lt"/>
          <a:ea typeface="+mn-ea"/>
          <a:cs typeface="+mn-cs"/>
        </a:defRPr>
      </a:lvl4pPr>
      <a:lvl5pPr marL="1282700" indent="-139700" algn="l" defTabSz="914400" rtl="0" eaLnBrk="1" latinLnBrk="0" hangingPunct="1">
        <a:lnSpc>
          <a:spcPct val="100000"/>
        </a:lnSpc>
        <a:spcBef>
          <a:spcPts val="200"/>
        </a:spcBef>
        <a:buClr>
          <a:schemeClr val="accent1"/>
        </a:buClr>
        <a:buSzPct val="100000"/>
        <a:buFont typeface="Wingdings" pitchFamily="2" charset="2"/>
        <a:buChar char="§"/>
        <a:tabLst/>
        <a:defRPr sz="1200" b="0" kern="1200">
          <a:solidFill>
            <a:schemeClr val="tx1"/>
          </a:solidFill>
          <a:latin typeface="+mn-lt"/>
          <a:ea typeface="+mn-ea"/>
          <a:cs typeface="+mn-cs"/>
        </a:defRPr>
      </a:lvl5pPr>
      <a:lvl6pPr marL="1660525" indent="-119063" algn="l" defTabSz="914400" rtl="0" eaLnBrk="1" latinLnBrk="0" hangingPunct="1">
        <a:spcBef>
          <a:spcPct val="20000"/>
        </a:spcBef>
        <a:buClr>
          <a:schemeClr val="accent1"/>
        </a:buClr>
        <a:buSzPct val="100000"/>
        <a:buFont typeface="Wingdings" pitchFamily="2" charset="2"/>
        <a:buChar char="§"/>
        <a:tabLst/>
        <a:defRPr sz="1100" b="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48" userDrawn="1">
          <p15:clr>
            <a:srgbClr val="F26B43"/>
          </p15:clr>
        </p15:guide>
        <p15:guide id="2" pos="5472" userDrawn="1">
          <p15:clr>
            <a:srgbClr val="F26B43"/>
          </p15:clr>
        </p15:guide>
        <p15:guide id="3" pos="288" userDrawn="1">
          <p15:clr>
            <a:srgbClr val="F26B43"/>
          </p15:clr>
        </p15:guide>
        <p15:guide id="4" orient="horz" pos="9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1" sz="quarter"/>
          </p:nvPr>
        </p:nvSpPr>
        <p:spPr/>
        <p:txBody>
          <a:bodyPr/>
          <a:lstStyle/>
          <a:p>
            <a:r>
              <a:t>One-hour hands-on: vision AI on the EK-RA8P1 with /IOTCONNECT</a:t>
            </a:r>
          </a:p>
        </p:txBody>
      </p:sp>
      <p:sp>
        <p:nvSpPr>
          <p:cNvPr id="4" name="Title 3"/>
          <p:cNvSpPr>
            <a:spLocks noGrp="1"/>
          </p:cNvSpPr>
          <p:nvPr>
            <p:ph type="title"/>
          </p:nvPr>
        </p:nvSpPr>
        <p:spPr/>
        <p:txBody>
          <a:bodyPr/>
          <a:lstStyle/>
          <a:p>
            <a:r>
              <a:t>Push an AI model to a microcontroller from the cloud, in seconds</a:t>
            </a:r>
          </a:p>
        </p:txBody>
      </p:sp>
      <p:sp>
        <p:nvSpPr>
          <p:cNvPr id="5" name="Text Placeholder 4"/>
          <p:cNvSpPr>
            <a:spLocks noGrp="1"/>
          </p:cNvSpPr>
          <p:nvPr>
            <p:ph type="body" idx="12" sz="quarter"/>
          </p:nvPr>
        </p:nvSpPr>
        <p:spPr/>
        <p:txBody>
          <a:bodyPr/>
          <a:lstStyle/>
          <a:p>
            <a:r>
              <a:t>60-minute hands-on  |  Presenter Name, Title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What you will do in the next hour</a:t>
            </a:r>
          </a:p>
        </p:txBody>
      </p:sp>
      <p:sp>
        <p:nvSpPr>
          <p:cNvPr id="9000" name="Slide Number Placeholder"/>
          <p:cNvSpPr>
            <a:spLocks noGrp="1"/>
          </p:cNvSpPr>
          <p:nvPr>
            <p:ph type="sldNum" sz="quarter" idx="4"/>
          </p:nvPr>
        </p:nvSpPr>
        <p:spPr/>
        <p:txBody>
          <a:bodyPr/>
          <a:lstStyle/>
          <a:p>
            <a:fld id="{6B72B8DA-AEB9-4B48-ABB0-E351E09AE059}" type="slidenum">
              <a:rPr lang="en-US"/>
              <a:t>1</a:t>
            </a:fld>
          </a:p>
        </p:txBody>
      </p:sp>
      <p:sp>
        <p:nvSpPr>
          <p:cNvPr id="9001" name="Rectangle 9000"/>
          <p:cNvSpPr/>
          <p:nvPr/>
        </p:nvSpPr>
        <p:spPr>
          <a:xfrm>
            <a:off x="457200" y="1005840"/>
            <a:ext cx="2590800" cy="214884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2" name="TextBox 9001"/>
          <p:cNvSpPr txBox="1"/>
          <p:nvPr/>
        </p:nvSpPr>
        <p:spPr>
          <a:xfrm>
            <a:off x="621792" y="1143000"/>
            <a:ext cx="2261616" cy="228600"/>
          </a:xfrm>
          <a:prstGeom prst="rect">
            <a:avLst/>
          </a:prstGeom>
          <a:noFill/>
        </p:spPr>
        <p:txBody>
          <a:bodyPr wrap="square" anchor="t" lIns="0" rIns="0" tIns="0" bIns="0">
            <a:spAutoFit/>
          </a:bodyPr>
          <a:lstStyle/>
          <a:p>
            <a:pPr algn="l">
              <a:lnSpc>
                <a:spcPct val="110000"/>
              </a:lnSpc>
              <a:spcAft>
                <a:spcPts val="0"/>
              </a:spcAft>
            </a:pPr>
            <a:r>
              <a:rPr sz="1000" b="1" i="0">
                <a:solidFill>
                  <a:srgbClr val="41C363"/>
                </a:solidFill>
                <a:latin typeface="Arial"/>
              </a:rPr>
              <a:t>FIND</a:t>
            </a:r>
          </a:p>
        </p:txBody>
      </p:sp>
      <p:sp>
        <p:nvSpPr>
          <p:cNvPr id="9003" name="TextBox 9002"/>
          <p:cNvSpPr txBox="1"/>
          <p:nvPr/>
        </p:nvSpPr>
        <p:spPr>
          <a:xfrm>
            <a:off x="621792" y="1389888"/>
            <a:ext cx="2261616" cy="457200"/>
          </a:xfrm>
          <a:prstGeom prst="rect">
            <a:avLst/>
          </a:prstGeom>
          <a:noFill/>
        </p:spPr>
        <p:txBody>
          <a:bodyPr wrap="square" anchor="t" lIns="0" rIns="0" tIns="0" bIns="0">
            <a:spAutoFit/>
          </a:bodyPr>
          <a:lstStyle/>
          <a:p>
            <a:pPr algn="l">
              <a:lnSpc>
                <a:spcPct val="100000"/>
              </a:lnSpc>
              <a:spcAft>
                <a:spcPts val="0"/>
              </a:spcAft>
            </a:pPr>
            <a:r>
              <a:rPr sz="1800" b="1" i="0">
                <a:solidFill>
                  <a:srgbClr val="000000"/>
                </a:solidFill>
                <a:latin typeface="Arial"/>
              </a:rPr>
              <a:t>Your board, online</a:t>
            </a:r>
          </a:p>
        </p:txBody>
      </p:sp>
      <p:sp>
        <p:nvSpPr>
          <p:cNvPr id="9004" name="TextBox 9003"/>
          <p:cNvSpPr txBox="1"/>
          <p:nvPr/>
        </p:nvSpPr>
        <p:spPr>
          <a:xfrm>
            <a:off x="621792" y="1938528"/>
            <a:ext cx="2261616" cy="1143000"/>
          </a:xfrm>
          <a:prstGeom prst="rect">
            <a:avLst/>
          </a:prstGeom>
          <a:noFill/>
        </p:spPr>
        <p:txBody>
          <a:bodyPr wrap="square" anchor="t" lIns="0" rIns="0" tIns="0" bIns="0">
            <a:spAutoFit/>
          </a:bodyPr>
          <a:lstStyle/>
          <a:p>
            <a:pPr algn="l">
              <a:lnSpc>
                <a:spcPct val="115000"/>
              </a:lnSpc>
              <a:spcAft>
                <a:spcPts val="0"/>
              </a:spcAft>
            </a:pPr>
            <a:r>
              <a:rPr sz="1150" b="0" i="0">
                <a:solidFill>
                  <a:srgbClr val="5F6369"/>
                </a:solidFill>
                <a:latin typeface="Arial"/>
              </a:rPr>
              <a:t>Sign in, open the dashboard with your seat number, and watch your board's live telemetry arrive.</a:t>
            </a:r>
          </a:p>
        </p:txBody>
      </p:sp>
      <p:sp>
        <p:nvSpPr>
          <p:cNvPr id="9005" name="Rectangle 9004"/>
          <p:cNvSpPr/>
          <p:nvPr/>
        </p:nvSpPr>
        <p:spPr>
          <a:xfrm>
            <a:off x="3276600" y="1005840"/>
            <a:ext cx="2590800" cy="214884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6" name="TextBox 9005"/>
          <p:cNvSpPr txBox="1"/>
          <p:nvPr/>
        </p:nvSpPr>
        <p:spPr>
          <a:xfrm>
            <a:off x="3441192" y="1143000"/>
            <a:ext cx="2261616" cy="228600"/>
          </a:xfrm>
          <a:prstGeom prst="rect">
            <a:avLst/>
          </a:prstGeom>
          <a:noFill/>
        </p:spPr>
        <p:txBody>
          <a:bodyPr wrap="square" anchor="t" lIns="0" rIns="0" tIns="0" bIns="0">
            <a:spAutoFit/>
          </a:bodyPr>
          <a:lstStyle/>
          <a:p>
            <a:pPr algn="l">
              <a:lnSpc>
                <a:spcPct val="110000"/>
              </a:lnSpc>
              <a:spcAft>
                <a:spcPts val="0"/>
              </a:spcAft>
            </a:pPr>
            <a:r>
              <a:rPr sz="1000" b="1" i="0">
                <a:solidFill>
                  <a:srgbClr val="41C363"/>
                </a:solidFill>
                <a:latin typeface="Arial"/>
              </a:rPr>
              <a:t>PUSH</a:t>
            </a:r>
          </a:p>
        </p:txBody>
      </p:sp>
      <p:sp>
        <p:nvSpPr>
          <p:cNvPr id="9007" name="TextBox 9006"/>
          <p:cNvSpPr txBox="1"/>
          <p:nvPr/>
        </p:nvSpPr>
        <p:spPr>
          <a:xfrm>
            <a:off x="3441192" y="1389888"/>
            <a:ext cx="2261616" cy="457200"/>
          </a:xfrm>
          <a:prstGeom prst="rect">
            <a:avLst/>
          </a:prstGeom>
          <a:noFill/>
        </p:spPr>
        <p:txBody>
          <a:bodyPr wrap="square" anchor="t" lIns="0" rIns="0" tIns="0" bIns="0">
            <a:spAutoFit/>
          </a:bodyPr>
          <a:lstStyle/>
          <a:p>
            <a:pPr algn="l">
              <a:lnSpc>
                <a:spcPct val="100000"/>
              </a:lnSpc>
              <a:spcAft>
                <a:spcPts val="0"/>
              </a:spcAft>
            </a:pPr>
            <a:r>
              <a:rPr sz="1800" b="1" i="0">
                <a:solidFill>
                  <a:srgbClr val="000000"/>
                </a:solidFill>
                <a:latin typeface="Arial"/>
              </a:rPr>
              <a:t>Change what it does</a:t>
            </a:r>
          </a:p>
        </p:txBody>
      </p:sp>
      <p:sp>
        <p:nvSpPr>
          <p:cNvPr id="9008" name="TextBox 9007"/>
          <p:cNvSpPr txBox="1"/>
          <p:nvPr/>
        </p:nvSpPr>
        <p:spPr>
          <a:xfrm>
            <a:off x="3441192" y="1938528"/>
            <a:ext cx="2261616" cy="1143000"/>
          </a:xfrm>
          <a:prstGeom prst="rect">
            <a:avLst/>
          </a:prstGeom>
          <a:noFill/>
        </p:spPr>
        <p:txBody>
          <a:bodyPr wrap="square" anchor="t" lIns="0" rIns="0" tIns="0" bIns="0">
            <a:spAutoFit/>
          </a:bodyPr>
          <a:lstStyle/>
          <a:p>
            <a:pPr algn="l">
              <a:lnSpc>
                <a:spcPct val="115000"/>
              </a:lnSpc>
              <a:spcAft>
                <a:spcPts val="0"/>
              </a:spcAft>
            </a:pPr>
            <a:r>
              <a:rPr sz="1150" b="0" i="0">
                <a:solidFill>
                  <a:srgbClr val="5F6369"/>
                </a:solidFill>
                <a:latin typeface="Arial"/>
              </a:rPr>
              <a:t>Deploy three different AI models from the cloud: a face detector, a 1000-class classifier, an occupancy sensor.</a:t>
            </a:r>
          </a:p>
        </p:txBody>
      </p:sp>
      <p:sp>
        <p:nvSpPr>
          <p:cNvPr id="9009" name="Rectangle 9008"/>
          <p:cNvSpPr/>
          <p:nvPr/>
        </p:nvSpPr>
        <p:spPr>
          <a:xfrm>
            <a:off x="6096000" y="1005840"/>
            <a:ext cx="2590800" cy="214884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0" name="TextBox 9009"/>
          <p:cNvSpPr txBox="1"/>
          <p:nvPr/>
        </p:nvSpPr>
        <p:spPr>
          <a:xfrm>
            <a:off x="6260592" y="1143000"/>
            <a:ext cx="2261616" cy="228600"/>
          </a:xfrm>
          <a:prstGeom prst="rect">
            <a:avLst/>
          </a:prstGeom>
          <a:noFill/>
        </p:spPr>
        <p:txBody>
          <a:bodyPr wrap="square" anchor="t" lIns="0" rIns="0" tIns="0" bIns="0">
            <a:spAutoFit/>
          </a:bodyPr>
          <a:lstStyle/>
          <a:p>
            <a:pPr algn="l">
              <a:lnSpc>
                <a:spcPct val="110000"/>
              </a:lnSpc>
              <a:spcAft>
                <a:spcPts val="0"/>
              </a:spcAft>
            </a:pPr>
            <a:r>
              <a:rPr sz="1000" b="1" i="0">
                <a:solidFill>
                  <a:srgbClr val="41C363"/>
                </a:solidFill>
                <a:latin typeface="Arial"/>
              </a:rPr>
              <a:t>PROVE</a:t>
            </a:r>
          </a:p>
        </p:txBody>
      </p:sp>
      <p:sp>
        <p:nvSpPr>
          <p:cNvPr id="9011" name="TextBox 9010"/>
          <p:cNvSpPr txBox="1"/>
          <p:nvPr/>
        </p:nvSpPr>
        <p:spPr>
          <a:xfrm>
            <a:off x="6260592" y="1389888"/>
            <a:ext cx="2261616" cy="457200"/>
          </a:xfrm>
          <a:prstGeom prst="rect">
            <a:avLst/>
          </a:prstGeom>
          <a:noFill/>
        </p:spPr>
        <p:txBody>
          <a:bodyPr wrap="square" anchor="t" lIns="0" rIns="0" tIns="0" bIns="0">
            <a:spAutoFit/>
          </a:bodyPr>
          <a:lstStyle/>
          <a:p>
            <a:pPr algn="l">
              <a:lnSpc>
                <a:spcPct val="100000"/>
              </a:lnSpc>
              <a:spcAft>
                <a:spcPts val="0"/>
              </a:spcAft>
            </a:pPr>
            <a:r>
              <a:rPr sz="1800" b="1" i="0">
                <a:solidFill>
                  <a:srgbClr val="000000"/>
                </a:solidFill>
                <a:latin typeface="Arial"/>
              </a:rPr>
              <a:t>Nothing rebooted</a:t>
            </a:r>
          </a:p>
        </p:txBody>
      </p:sp>
      <p:sp>
        <p:nvSpPr>
          <p:cNvPr id="9012" name="TextBox 9011"/>
          <p:cNvSpPr txBox="1"/>
          <p:nvPr/>
        </p:nvSpPr>
        <p:spPr>
          <a:xfrm>
            <a:off x="6260592" y="1938528"/>
            <a:ext cx="2261616" cy="1143000"/>
          </a:xfrm>
          <a:prstGeom prst="rect">
            <a:avLst/>
          </a:prstGeom>
          <a:noFill/>
        </p:spPr>
        <p:txBody>
          <a:bodyPr wrap="square" anchor="t" lIns="0" rIns="0" tIns="0" bIns="0">
            <a:spAutoFit/>
          </a:bodyPr>
          <a:lstStyle/>
          <a:p>
            <a:pPr algn="l">
              <a:lnSpc>
                <a:spcPct val="115000"/>
              </a:lnSpc>
              <a:spcAft>
                <a:spcPts val="0"/>
              </a:spcAft>
            </a:pPr>
            <a:r>
              <a:rPr sz="1150" b="0" i="0">
                <a:solidFill>
                  <a:srgbClr val="5F6369"/>
                </a:solidFill>
                <a:latin typeface="Arial"/>
              </a:rPr>
              <a:t>Watch uptime keep counting through every swap, then pull the power and see the model come back from flash.</a:t>
            </a:r>
          </a:p>
        </p:txBody>
      </p:sp>
      <p:sp>
        <p:nvSpPr>
          <p:cNvPr id="9013" name="Rectangle 9012"/>
          <p:cNvSpPr/>
          <p:nvPr/>
        </p:nvSpPr>
        <p:spPr>
          <a:xfrm>
            <a:off x="475488" y="3429000"/>
            <a:ext cx="1335024"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4" name="TextBox 9013"/>
          <p:cNvSpPr txBox="1"/>
          <p:nvPr/>
        </p:nvSpPr>
        <p:spPr>
          <a:xfrm>
            <a:off x="475488" y="3429000"/>
            <a:ext cx="1335024" cy="457200"/>
          </a:xfrm>
          <a:prstGeom prst="rect">
            <a:avLst/>
          </a:prstGeom>
          <a:noFill/>
        </p:spPr>
        <p:txBody>
          <a:bodyPr wrap="square" anchor="ctr" lIns="0" rIns="0" tIns="0" bIns="0">
            <a:spAutoFit/>
          </a:bodyPr>
          <a:lstStyle/>
          <a:p>
            <a:pPr algn="ctr">
              <a:lnSpc>
                <a:spcPct val="110000"/>
              </a:lnSpc>
              <a:spcAft>
                <a:spcPts val="0"/>
              </a:spcAft>
            </a:pPr>
            <a:r>
              <a:rPr sz="950" b="1" i="0">
                <a:solidFill>
                  <a:srgbClr val="FFFFFF"/>
                </a:solidFill>
                <a:latin typeface="Arial"/>
              </a:rPr>
              <a:t>Talk 10</a:t>
            </a:r>
          </a:p>
        </p:txBody>
      </p:sp>
      <p:sp>
        <p:nvSpPr>
          <p:cNvPr id="9015" name="Rectangle 9014"/>
          <p:cNvSpPr/>
          <p:nvPr/>
        </p:nvSpPr>
        <p:spPr>
          <a:xfrm>
            <a:off x="1847088" y="3429000"/>
            <a:ext cx="649224" cy="457200"/>
          </a:xfrm>
          <a:prstGeom prst="rect">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6" name="TextBox 9015"/>
          <p:cNvSpPr txBox="1"/>
          <p:nvPr/>
        </p:nvSpPr>
        <p:spPr>
          <a:xfrm>
            <a:off x="1847088" y="3429000"/>
            <a:ext cx="649224" cy="457200"/>
          </a:xfrm>
          <a:prstGeom prst="rect">
            <a:avLst/>
          </a:prstGeom>
          <a:noFill/>
        </p:spPr>
        <p:txBody>
          <a:bodyPr wrap="square" anchor="ctr" lIns="0" rIns="0" tIns="0" bIns="0">
            <a:spAutoFit/>
          </a:bodyPr>
          <a:lstStyle/>
          <a:p>
            <a:pPr algn="ctr">
              <a:lnSpc>
                <a:spcPct val="110000"/>
              </a:lnSpc>
              <a:spcAft>
                <a:spcPts val="0"/>
              </a:spcAft>
            </a:pPr>
            <a:r>
              <a:rPr sz="950" b="1" i="0">
                <a:solidFill>
                  <a:srgbClr val="FFFFFF"/>
                </a:solidFill>
                <a:latin typeface="Arial"/>
              </a:rPr>
              <a:t>Lab A · 5</a:t>
            </a:r>
          </a:p>
        </p:txBody>
      </p:sp>
      <p:sp>
        <p:nvSpPr>
          <p:cNvPr id="9017" name="Rectangle 9016"/>
          <p:cNvSpPr/>
          <p:nvPr/>
        </p:nvSpPr>
        <p:spPr>
          <a:xfrm>
            <a:off x="2532888" y="3429000"/>
            <a:ext cx="2020824" cy="457200"/>
          </a:xfrm>
          <a:prstGeom prst="rect">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8" name="TextBox 9017"/>
          <p:cNvSpPr txBox="1"/>
          <p:nvPr/>
        </p:nvSpPr>
        <p:spPr>
          <a:xfrm>
            <a:off x="2532888" y="3429000"/>
            <a:ext cx="2020824" cy="457200"/>
          </a:xfrm>
          <a:prstGeom prst="rect">
            <a:avLst/>
          </a:prstGeom>
          <a:noFill/>
        </p:spPr>
        <p:txBody>
          <a:bodyPr wrap="square" anchor="ctr" lIns="0" rIns="0" tIns="0" bIns="0">
            <a:spAutoFit/>
          </a:bodyPr>
          <a:lstStyle/>
          <a:p>
            <a:pPr algn="ctr">
              <a:lnSpc>
                <a:spcPct val="110000"/>
              </a:lnSpc>
              <a:spcAft>
                <a:spcPts val="0"/>
              </a:spcAft>
            </a:pPr>
            <a:r>
              <a:rPr sz="950" b="1" i="0">
                <a:solidFill>
                  <a:srgbClr val="FFFFFF"/>
                </a:solidFill>
                <a:latin typeface="Arial"/>
              </a:rPr>
              <a:t>Lab B · 15 min</a:t>
            </a:r>
          </a:p>
        </p:txBody>
      </p:sp>
      <p:sp>
        <p:nvSpPr>
          <p:cNvPr id="9019" name="Rectangle 9018"/>
          <p:cNvSpPr/>
          <p:nvPr/>
        </p:nvSpPr>
        <p:spPr>
          <a:xfrm>
            <a:off x="4590288" y="3429000"/>
            <a:ext cx="2020824" cy="457200"/>
          </a:xfrm>
          <a:prstGeom prst="rect">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20" name="TextBox 9019"/>
          <p:cNvSpPr txBox="1"/>
          <p:nvPr/>
        </p:nvSpPr>
        <p:spPr>
          <a:xfrm>
            <a:off x="4590288" y="3429000"/>
            <a:ext cx="2020824" cy="457200"/>
          </a:xfrm>
          <a:prstGeom prst="rect">
            <a:avLst/>
          </a:prstGeom>
          <a:noFill/>
        </p:spPr>
        <p:txBody>
          <a:bodyPr wrap="square" anchor="ctr" lIns="0" rIns="0" tIns="0" bIns="0">
            <a:spAutoFit/>
          </a:bodyPr>
          <a:lstStyle/>
          <a:p>
            <a:pPr algn="ctr">
              <a:lnSpc>
                <a:spcPct val="110000"/>
              </a:lnSpc>
              <a:spcAft>
                <a:spcPts val="0"/>
              </a:spcAft>
            </a:pPr>
            <a:r>
              <a:rPr sz="950" b="1" i="0">
                <a:solidFill>
                  <a:srgbClr val="FFFFFF"/>
                </a:solidFill>
                <a:latin typeface="Arial"/>
              </a:rPr>
              <a:t>Lab C · 15 min</a:t>
            </a:r>
          </a:p>
        </p:txBody>
      </p:sp>
      <p:sp>
        <p:nvSpPr>
          <p:cNvPr id="9021" name="Rectangle 9020"/>
          <p:cNvSpPr/>
          <p:nvPr/>
        </p:nvSpPr>
        <p:spPr>
          <a:xfrm>
            <a:off x="6647688" y="3429000"/>
            <a:ext cx="923544"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22" name="TextBox 9021"/>
          <p:cNvSpPr txBox="1"/>
          <p:nvPr/>
        </p:nvSpPr>
        <p:spPr>
          <a:xfrm>
            <a:off x="6647688" y="3429000"/>
            <a:ext cx="923544" cy="457200"/>
          </a:xfrm>
          <a:prstGeom prst="rect">
            <a:avLst/>
          </a:prstGeom>
          <a:noFill/>
        </p:spPr>
        <p:txBody>
          <a:bodyPr wrap="square" anchor="ctr" lIns="0" rIns="0" tIns="0" bIns="0">
            <a:spAutoFit/>
          </a:bodyPr>
          <a:lstStyle/>
          <a:p>
            <a:pPr algn="ctr">
              <a:lnSpc>
                <a:spcPct val="110000"/>
              </a:lnSpc>
              <a:spcAft>
                <a:spcPts val="0"/>
              </a:spcAft>
            </a:pPr>
            <a:r>
              <a:rPr sz="950" b="1" i="0">
                <a:solidFill>
                  <a:srgbClr val="FFFFFF"/>
                </a:solidFill>
                <a:latin typeface="Arial"/>
              </a:rPr>
              <a:t>Talk 7</a:t>
            </a:r>
          </a:p>
        </p:txBody>
      </p:sp>
      <p:sp>
        <p:nvSpPr>
          <p:cNvPr id="9023" name="Rectangle 9022"/>
          <p:cNvSpPr/>
          <p:nvPr/>
        </p:nvSpPr>
        <p:spPr>
          <a:xfrm>
            <a:off x="7607808" y="3429000"/>
            <a:ext cx="1060704" cy="457200"/>
          </a:xfrm>
          <a:prstGeom prst="rect">
            <a:avLst/>
          </a:prstGeom>
          <a:solidFill>
            <a:srgbClr val="D2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24" name="TextBox 9023"/>
          <p:cNvSpPr txBox="1"/>
          <p:nvPr/>
        </p:nvSpPr>
        <p:spPr>
          <a:xfrm>
            <a:off x="7607808" y="3429000"/>
            <a:ext cx="1060704" cy="457200"/>
          </a:xfrm>
          <a:prstGeom prst="rect">
            <a:avLst/>
          </a:prstGeom>
          <a:noFill/>
        </p:spPr>
        <p:txBody>
          <a:bodyPr wrap="square" anchor="ctr" lIns="0" rIns="0" tIns="0" bIns="0">
            <a:spAutoFit/>
          </a:bodyPr>
          <a:lstStyle/>
          <a:p>
            <a:pPr algn="ctr">
              <a:lnSpc>
                <a:spcPct val="110000"/>
              </a:lnSpc>
              <a:spcAft>
                <a:spcPts val="0"/>
              </a:spcAft>
            </a:pPr>
            <a:r>
              <a:rPr sz="950" b="1" i="0">
                <a:solidFill>
                  <a:srgbClr val="000000"/>
                </a:solidFill>
                <a:latin typeface="Arial"/>
              </a:rPr>
              <a:t>Close 8</a:t>
            </a:r>
          </a:p>
        </p:txBody>
      </p:sp>
      <p:sp>
        <p:nvSpPr>
          <p:cNvPr id="9025" name="TextBox 9024"/>
          <p:cNvSpPr txBox="1"/>
          <p:nvPr/>
        </p:nvSpPr>
        <p:spPr>
          <a:xfrm>
            <a:off x="457200" y="3977639"/>
            <a:ext cx="8229600" cy="274320"/>
          </a:xfrm>
          <a:prstGeom prst="rect">
            <a:avLst/>
          </a:prstGeom>
          <a:noFill/>
        </p:spPr>
        <p:txBody>
          <a:bodyPr wrap="square" anchor="t" lIns="0" rIns="0" tIns="0" bIns="0">
            <a:spAutoFit/>
          </a:bodyPr>
          <a:lstStyle/>
          <a:p>
            <a:pPr algn="l">
              <a:lnSpc>
                <a:spcPct val="110000"/>
              </a:lnSpc>
              <a:spcAft>
                <a:spcPts val="0"/>
              </a:spcAft>
            </a:pPr>
            <a:r>
              <a:rPr sz="1050" b="0" i="0">
                <a:solidFill>
                  <a:srgbClr val="5F6369"/>
                </a:solidFill>
                <a:latin typeface="Arial"/>
              </a:rPr>
              <a:t>Black is a talk, green is you at your board. Every lab ends at a checkpoint.</a:t>
            </a:r>
          </a:p>
        </p:txBody>
      </p:sp>
      <p:sp>
        <p:nvSpPr>
          <p:cNvPr id="9026" name="TextBox 9025"/>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What is on your desk</a:t>
            </a:r>
          </a:p>
        </p:txBody>
      </p:sp>
      <p:sp>
        <p:nvSpPr>
          <p:cNvPr id="9000" name="Slide Number Placeholder"/>
          <p:cNvSpPr>
            <a:spLocks noGrp="1"/>
          </p:cNvSpPr>
          <p:nvPr>
            <p:ph type="sldNum" sz="quarter" idx="4"/>
          </p:nvPr>
        </p:nvSpPr>
        <p:spPr/>
        <p:txBody>
          <a:bodyPr/>
          <a:lstStyle/>
          <a:p>
            <a:fld id="{9706C247-EFFB-4652-B586-4B6FFFF7A8C5}" type="slidenum">
              <a:rPr lang="en-US"/>
              <a:t>1</a:t>
            </a:fld>
          </a:p>
        </p:txBody>
      </p:sp>
      <p:sp>
        <p:nvSpPr>
          <p:cNvPr id="9001" name="Rectangle 9000"/>
          <p:cNvSpPr/>
          <p:nvPr/>
        </p:nvSpPr>
        <p:spPr>
          <a:xfrm>
            <a:off x="457200" y="1005840"/>
            <a:ext cx="4023360" cy="132588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2" name="TextBox 9001"/>
          <p:cNvSpPr txBox="1"/>
          <p:nvPr/>
        </p:nvSpPr>
        <p:spPr>
          <a:xfrm>
            <a:off x="585216" y="1133856"/>
            <a:ext cx="3767328" cy="274320"/>
          </a:xfrm>
          <a:prstGeom prst="rect">
            <a:avLst/>
          </a:prstGeom>
          <a:noFill/>
        </p:spPr>
        <p:txBody>
          <a:bodyPr wrap="square" anchor="t" lIns="0" rIns="0" tIns="0" bIns="0">
            <a:spAutoFit/>
          </a:bodyPr>
          <a:lstStyle/>
          <a:p>
            <a:pPr algn="l">
              <a:lnSpc>
                <a:spcPct val="110000"/>
              </a:lnSpc>
              <a:spcAft>
                <a:spcPts val="0"/>
              </a:spcAft>
            </a:pPr>
            <a:r>
              <a:rPr sz="1300" b="1" i="0">
                <a:solidFill>
                  <a:srgbClr val="41C363"/>
                </a:solidFill>
                <a:latin typeface="Arial"/>
              </a:rPr>
              <a:t>The board</a:t>
            </a:r>
          </a:p>
        </p:txBody>
      </p:sp>
      <p:sp>
        <p:nvSpPr>
          <p:cNvPr id="9003" name="TextBox 9002"/>
          <p:cNvSpPr txBox="1"/>
          <p:nvPr/>
        </p:nvSpPr>
        <p:spPr>
          <a:xfrm>
            <a:off x="585216" y="1444752"/>
            <a:ext cx="3767328" cy="758951"/>
          </a:xfrm>
          <a:prstGeom prst="rect">
            <a:avLst/>
          </a:prstGeom>
          <a:noFill/>
        </p:spPr>
        <p:txBody>
          <a:bodyPr wrap="square" anchor="t" lIns="0" rIns="0" tIns="0" bIns="0">
            <a:spAutoFit/>
          </a:bodyPr>
          <a:lstStyle/>
          <a:p>
            <a:pPr algn="l">
              <a:lnSpc>
                <a:spcPct val="110000"/>
              </a:lnSpc>
              <a:spcAft>
                <a:spcPts val="300"/>
              </a:spcAft>
            </a:pPr>
            <a:r>
              <a:rPr sz="1100" b="0" i="0">
                <a:solidFill>
                  <a:srgbClr val="000000"/>
                </a:solidFill>
                <a:latin typeface="Arial"/>
              </a:rPr>
              <a:t>EK-RA8P1 with the camera on J35 and the LCD attached. Flashed and provisioned already: it connects to your device in the cloud by itself. The sticker is your seat number.</a:t>
            </a:r>
          </a:p>
        </p:txBody>
      </p:sp>
      <p:sp>
        <p:nvSpPr>
          <p:cNvPr id="9004" name="Rectangle 9003"/>
          <p:cNvSpPr/>
          <p:nvPr/>
        </p:nvSpPr>
        <p:spPr>
          <a:xfrm>
            <a:off x="4663440" y="1005840"/>
            <a:ext cx="4023360" cy="132588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5" name="TextBox 9004"/>
          <p:cNvSpPr txBox="1"/>
          <p:nvPr/>
        </p:nvSpPr>
        <p:spPr>
          <a:xfrm>
            <a:off x="4791456" y="1133856"/>
            <a:ext cx="3767328" cy="274320"/>
          </a:xfrm>
          <a:prstGeom prst="rect">
            <a:avLst/>
          </a:prstGeom>
          <a:noFill/>
        </p:spPr>
        <p:txBody>
          <a:bodyPr wrap="square" anchor="t" lIns="0" rIns="0" tIns="0" bIns="0">
            <a:spAutoFit/>
          </a:bodyPr>
          <a:lstStyle/>
          <a:p>
            <a:pPr algn="l">
              <a:lnSpc>
                <a:spcPct val="110000"/>
              </a:lnSpc>
              <a:spcAft>
                <a:spcPts val="0"/>
              </a:spcAft>
            </a:pPr>
            <a:r>
              <a:rPr sz="1300" b="1" i="0">
                <a:solidFill>
                  <a:srgbClr val="41C363"/>
                </a:solidFill>
                <a:latin typeface="Arial"/>
              </a:rPr>
              <a:t>Two cables</a:t>
            </a:r>
          </a:p>
        </p:txBody>
      </p:sp>
      <p:sp>
        <p:nvSpPr>
          <p:cNvPr id="9006" name="TextBox 9005"/>
          <p:cNvSpPr txBox="1"/>
          <p:nvPr/>
        </p:nvSpPr>
        <p:spPr>
          <a:xfrm>
            <a:off x="4791456" y="1444752"/>
            <a:ext cx="3767328" cy="758951"/>
          </a:xfrm>
          <a:prstGeom prst="rect">
            <a:avLst/>
          </a:prstGeom>
          <a:noFill/>
        </p:spPr>
        <p:txBody>
          <a:bodyPr wrap="square" anchor="t" lIns="0" rIns="0" tIns="0" bIns="0">
            <a:spAutoFit/>
          </a:bodyPr>
          <a:lstStyle/>
          <a:p>
            <a:pPr algn="l">
              <a:lnSpc>
                <a:spcPct val="110000"/>
              </a:lnSpc>
              <a:spcAft>
                <a:spcPts val="300"/>
              </a:spcAft>
            </a:pPr>
            <a:r>
              <a:rPr sz="1100" b="0" i="0">
                <a:solidFill>
                  <a:srgbClr val="000000"/>
                </a:solidFill>
                <a:latin typeface="Arial"/>
              </a:rPr>
              <a:t>Ethernet from the board to the drop at your seat. USB-C from your laptop (or the USB power adapter) to DEBUG1: that powers the board.</a:t>
            </a:r>
          </a:p>
        </p:txBody>
      </p:sp>
      <p:sp>
        <p:nvSpPr>
          <p:cNvPr id="9007" name="Rectangle 9006"/>
          <p:cNvSpPr/>
          <p:nvPr/>
        </p:nvSpPr>
        <p:spPr>
          <a:xfrm>
            <a:off x="457200" y="2514600"/>
            <a:ext cx="4023360" cy="132588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8" name="TextBox 9007"/>
          <p:cNvSpPr txBox="1"/>
          <p:nvPr/>
        </p:nvSpPr>
        <p:spPr>
          <a:xfrm>
            <a:off x="585216" y="2642616"/>
            <a:ext cx="3767328" cy="274320"/>
          </a:xfrm>
          <a:prstGeom prst="rect">
            <a:avLst/>
          </a:prstGeom>
          <a:noFill/>
        </p:spPr>
        <p:txBody>
          <a:bodyPr wrap="square" anchor="t" lIns="0" rIns="0" tIns="0" bIns="0">
            <a:spAutoFit/>
          </a:bodyPr>
          <a:lstStyle/>
          <a:p>
            <a:pPr algn="l">
              <a:lnSpc>
                <a:spcPct val="110000"/>
              </a:lnSpc>
              <a:spcAft>
                <a:spcPts val="0"/>
              </a:spcAft>
            </a:pPr>
            <a:r>
              <a:rPr sz="1300" b="1" i="0">
                <a:solidFill>
                  <a:srgbClr val="41C363"/>
                </a:solidFill>
                <a:latin typeface="Arial"/>
              </a:rPr>
              <a:t>The seat card</a:t>
            </a:r>
          </a:p>
        </p:txBody>
      </p:sp>
      <p:sp>
        <p:nvSpPr>
          <p:cNvPr id="9009" name="TextBox 9008"/>
          <p:cNvSpPr txBox="1"/>
          <p:nvPr/>
        </p:nvSpPr>
        <p:spPr>
          <a:xfrm>
            <a:off x="585216" y="2953512"/>
            <a:ext cx="3767328" cy="758952"/>
          </a:xfrm>
          <a:prstGeom prst="rect">
            <a:avLst/>
          </a:prstGeom>
          <a:noFill/>
        </p:spPr>
        <p:txBody>
          <a:bodyPr wrap="square" anchor="t" lIns="0" rIns="0" tIns="0" bIns="0">
            <a:spAutoFit/>
          </a:bodyPr>
          <a:lstStyle/>
          <a:p>
            <a:pPr algn="l">
              <a:lnSpc>
                <a:spcPct val="110000"/>
              </a:lnSpc>
              <a:spcAft>
                <a:spcPts val="300"/>
              </a:spcAft>
            </a:pPr>
            <a:r>
              <a:rPr sz="1100" b="0" i="0">
                <a:solidFill>
                  <a:srgbClr val="000000"/>
                </a:solidFill>
                <a:latin typeface="Arial"/>
              </a:rPr>
              <a:t>Seat number, your Device ID, the name of your dashboard, and your /IOTCONNECT login. That is all you need today.</a:t>
            </a:r>
          </a:p>
        </p:txBody>
      </p:sp>
      <p:sp>
        <p:nvSpPr>
          <p:cNvPr id="9010" name="Rectangle 9009"/>
          <p:cNvSpPr/>
          <p:nvPr/>
        </p:nvSpPr>
        <p:spPr>
          <a:xfrm>
            <a:off x="4663440" y="2514600"/>
            <a:ext cx="4023360" cy="132588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1" name="TextBox 9010"/>
          <p:cNvSpPr txBox="1"/>
          <p:nvPr/>
        </p:nvSpPr>
        <p:spPr>
          <a:xfrm>
            <a:off x="4791456" y="2642616"/>
            <a:ext cx="3767328" cy="274320"/>
          </a:xfrm>
          <a:prstGeom prst="rect">
            <a:avLst/>
          </a:prstGeom>
          <a:noFill/>
        </p:spPr>
        <p:txBody>
          <a:bodyPr wrap="square" anchor="t" lIns="0" rIns="0" tIns="0" bIns="0">
            <a:spAutoFit/>
          </a:bodyPr>
          <a:lstStyle/>
          <a:p>
            <a:pPr algn="l">
              <a:lnSpc>
                <a:spcPct val="110000"/>
              </a:lnSpc>
              <a:spcAft>
                <a:spcPts val="0"/>
              </a:spcAft>
            </a:pPr>
            <a:r>
              <a:rPr sz="1300" b="1" i="0">
                <a:solidFill>
                  <a:srgbClr val="41C363"/>
                </a:solidFill>
                <a:latin typeface="Arial"/>
              </a:rPr>
              <a:t>Your laptop</a:t>
            </a:r>
          </a:p>
        </p:txBody>
      </p:sp>
      <p:sp>
        <p:nvSpPr>
          <p:cNvPr id="9012" name="TextBox 9011"/>
          <p:cNvSpPr txBox="1"/>
          <p:nvPr/>
        </p:nvSpPr>
        <p:spPr>
          <a:xfrm>
            <a:off x="4791456" y="2953512"/>
            <a:ext cx="3767328" cy="758952"/>
          </a:xfrm>
          <a:prstGeom prst="rect">
            <a:avLst/>
          </a:prstGeom>
          <a:noFill/>
        </p:spPr>
        <p:txBody>
          <a:bodyPr wrap="square" anchor="t" lIns="0" rIns="0" tIns="0" bIns="0">
            <a:spAutoFit/>
          </a:bodyPr>
          <a:lstStyle/>
          <a:p>
            <a:pPr algn="l">
              <a:lnSpc>
                <a:spcPct val="110000"/>
              </a:lnSpc>
              <a:spcAft>
                <a:spcPts val="300"/>
              </a:spcAft>
            </a:pPr>
            <a:r>
              <a:rPr sz="1100" b="0" i="0">
                <a:solidFill>
                  <a:srgbClr val="000000"/>
                </a:solidFill>
                <a:latin typeface="Arial"/>
              </a:rPr>
              <a:t>A browser for console.iotconnect.io. Optional: a serial terminal at 230400 baud on the board's USB port shows the log lines as models arrive.</a:t>
            </a:r>
          </a:p>
        </p:txBody>
      </p:sp>
      <p:sp>
        <p:nvSpPr>
          <p:cNvPr id="9013" name="Rectangle 9012"/>
          <p:cNvSpPr/>
          <p:nvPr/>
        </p:nvSpPr>
        <p:spPr>
          <a:xfrm>
            <a:off x="457200" y="4069080"/>
            <a:ext cx="8229600" cy="5669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4" name="TextBox 9013"/>
          <p:cNvSpPr txBox="1"/>
          <p:nvPr/>
        </p:nvSpPr>
        <p:spPr>
          <a:xfrm>
            <a:off x="640080" y="4069080"/>
            <a:ext cx="7863840" cy="566928"/>
          </a:xfrm>
          <a:prstGeom prst="rect">
            <a:avLst/>
          </a:prstGeom>
          <a:noFill/>
        </p:spPr>
        <p:txBody>
          <a:bodyPr wrap="square" anchor="ctr" lIns="0" rIns="0" tIns="0" bIns="0">
            <a:spAutoFit/>
          </a:bodyPr>
          <a:lstStyle/>
          <a:p>
            <a:pPr algn="l">
              <a:lnSpc>
                <a:spcPct val="110000"/>
              </a:lnSpc>
              <a:spcAft>
                <a:spcPts val="0"/>
              </a:spcAft>
            </a:pPr>
            <a:r>
              <a:rPr sz="1150" b="1" i="0">
                <a:solidFill>
                  <a:srgbClr val="41C363"/>
                </a:solidFill>
                <a:latin typeface="Arial"/>
              </a:rPr>
              <a:t>One rule all hour: </a:t>
            </a:r>
            <a:r>
              <a:rPr sz="1150" b="1" i="0">
                <a:solidFill>
                  <a:srgbClr val="FFFFFF"/>
                </a:solidFill>
                <a:latin typeface="Arial"/>
              </a:rPr>
              <a:t>power-cycle, never RESET.</a:t>
            </a:r>
            <a:r>
              <a:rPr sz="1150" b="0" i="0">
                <a:solidFill>
                  <a:srgbClr val="FFFFFF"/>
                </a:solidFill>
                <a:latin typeface="Arial"/>
              </a:rPr>
              <a:t> A warm reset leaves the LCD white while everything else keeps running.</a:t>
            </a:r>
          </a:p>
        </p:txBody>
      </p:sp>
      <p:sp>
        <p:nvSpPr>
          <p:cNvPr id="9015" name="TextBox 9014"/>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Why run vision AI on a microcontroller</a:t>
            </a:r>
          </a:p>
        </p:txBody>
      </p:sp>
      <p:sp>
        <p:nvSpPr>
          <p:cNvPr id="9000" name="Slide Number Placeholder"/>
          <p:cNvSpPr>
            <a:spLocks noGrp="1"/>
          </p:cNvSpPr>
          <p:nvPr>
            <p:ph type="sldNum" sz="quarter" idx="4"/>
          </p:nvPr>
        </p:nvSpPr>
        <p:spPr/>
        <p:txBody>
          <a:bodyPr/>
          <a:lstStyle/>
          <a:p>
            <a:fld id="{2AE639A4-668F-4EC5-B567-9504A22A1E26}" type="slidenum">
              <a:rPr lang="en-US"/>
              <a:t>1</a:t>
            </a:fld>
          </a:p>
        </p:txBody>
      </p:sp>
      <p:sp>
        <p:nvSpPr>
          <p:cNvPr id="9001" name="Rectangle 9000"/>
          <p:cNvSpPr/>
          <p:nvPr/>
        </p:nvSpPr>
        <p:spPr>
          <a:xfrm>
            <a:off x="457200" y="1005840"/>
            <a:ext cx="2606040" cy="224028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2" name="TextBox 9001"/>
          <p:cNvSpPr txBox="1"/>
          <p:nvPr/>
        </p:nvSpPr>
        <p:spPr>
          <a:xfrm>
            <a:off x="585216" y="1133856"/>
            <a:ext cx="2350008" cy="274320"/>
          </a:xfrm>
          <a:prstGeom prst="rect">
            <a:avLst/>
          </a:prstGeom>
          <a:noFill/>
        </p:spPr>
        <p:txBody>
          <a:bodyPr wrap="square" anchor="t" lIns="0" rIns="0" tIns="0" bIns="0">
            <a:spAutoFit/>
          </a:bodyPr>
          <a:lstStyle/>
          <a:p>
            <a:pPr algn="l">
              <a:lnSpc>
                <a:spcPct val="110000"/>
              </a:lnSpc>
              <a:spcAft>
                <a:spcPts val="0"/>
              </a:spcAft>
            </a:pPr>
            <a:r>
              <a:rPr sz="1400" b="1" i="0">
                <a:solidFill>
                  <a:srgbClr val="41C363"/>
                </a:solidFill>
                <a:latin typeface="Arial"/>
              </a:rPr>
              <a:t>No Linux, no MPU</a:t>
            </a:r>
          </a:p>
        </p:txBody>
      </p:sp>
      <p:sp>
        <p:nvSpPr>
          <p:cNvPr id="9003" name="TextBox 9002"/>
          <p:cNvSpPr txBox="1"/>
          <p:nvPr/>
        </p:nvSpPr>
        <p:spPr>
          <a:xfrm>
            <a:off x="585216" y="1447565"/>
            <a:ext cx="2350008" cy="1670538"/>
          </a:xfrm>
          <a:prstGeom prst="rect">
            <a:avLst/>
          </a:prstGeom>
          <a:noFill/>
        </p:spPr>
        <p:txBody>
          <a:bodyPr wrap="square" anchor="t" lIns="0" rIns="0" tIns="0" bIns="0">
            <a:spAutoFit/>
          </a:bodyPr>
          <a:lstStyle/>
          <a:p>
            <a:pPr algn="l">
              <a:lnSpc>
                <a:spcPct val="110000"/>
              </a:lnSpc>
              <a:spcAft>
                <a:spcPts val="300"/>
              </a:spcAft>
            </a:pPr>
            <a:r>
              <a:rPr sz="1150" b="0" i="0">
                <a:solidFill>
                  <a:srgbClr val="000000"/>
                </a:solidFill>
                <a:latin typeface="Arial"/>
              </a:rPr>
              <a:t>One chip boots in milliseconds, runs deterministic firmware and has no operating system to patch. Camera, NPU, network and display on a Cortex-M85.</a:t>
            </a:r>
          </a:p>
        </p:txBody>
      </p:sp>
      <p:sp>
        <p:nvSpPr>
          <p:cNvPr id="9004" name="Rectangle 9003"/>
          <p:cNvSpPr/>
          <p:nvPr/>
        </p:nvSpPr>
        <p:spPr>
          <a:xfrm>
            <a:off x="3268980" y="1005840"/>
            <a:ext cx="2606040" cy="224028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5" name="TextBox 9004"/>
          <p:cNvSpPr txBox="1"/>
          <p:nvPr/>
        </p:nvSpPr>
        <p:spPr>
          <a:xfrm>
            <a:off x="3396996" y="1133856"/>
            <a:ext cx="2350008" cy="274320"/>
          </a:xfrm>
          <a:prstGeom prst="rect">
            <a:avLst/>
          </a:prstGeom>
          <a:noFill/>
        </p:spPr>
        <p:txBody>
          <a:bodyPr wrap="square" anchor="t" lIns="0" rIns="0" tIns="0" bIns="0">
            <a:spAutoFit/>
          </a:bodyPr>
          <a:lstStyle/>
          <a:p>
            <a:pPr algn="l">
              <a:lnSpc>
                <a:spcPct val="110000"/>
              </a:lnSpc>
              <a:spcAft>
                <a:spcPts val="0"/>
              </a:spcAft>
            </a:pPr>
            <a:r>
              <a:rPr sz="1400" b="1" i="0">
                <a:solidFill>
                  <a:srgbClr val="41C363"/>
                </a:solidFill>
                <a:latin typeface="Arial"/>
              </a:rPr>
              <a:t>Milliwatts and dollars</a:t>
            </a:r>
          </a:p>
        </p:txBody>
      </p:sp>
      <p:sp>
        <p:nvSpPr>
          <p:cNvPr id="9006" name="TextBox 9005"/>
          <p:cNvSpPr txBox="1"/>
          <p:nvPr/>
        </p:nvSpPr>
        <p:spPr>
          <a:xfrm>
            <a:off x="3396996" y="1447565"/>
            <a:ext cx="2350008" cy="1670538"/>
          </a:xfrm>
          <a:prstGeom prst="rect">
            <a:avLst/>
          </a:prstGeom>
          <a:noFill/>
        </p:spPr>
        <p:txBody>
          <a:bodyPr wrap="square" anchor="t" lIns="0" rIns="0" tIns="0" bIns="0">
            <a:spAutoFit/>
          </a:bodyPr>
          <a:lstStyle/>
          <a:p>
            <a:pPr algn="l">
              <a:lnSpc>
                <a:spcPct val="110000"/>
              </a:lnSpc>
              <a:spcAft>
                <a:spcPts val="300"/>
              </a:spcAft>
            </a:pPr>
            <a:r>
              <a:rPr sz="1150" b="0" i="0">
                <a:solidFill>
                  <a:srgbClr val="000000"/>
                </a:solidFill>
                <a:latin typeface="Arial"/>
              </a:rPr>
              <a:t>Always-on sensing at a bill of materials and a power budget an application processor cannot reach. The Ethos-U55 does a face detection in under 6 ms.</a:t>
            </a:r>
          </a:p>
        </p:txBody>
      </p:sp>
      <p:sp>
        <p:nvSpPr>
          <p:cNvPr id="9007" name="Rectangle 9006"/>
          <p:cNvSpPr/>
          <p:nvPr/>
        </p:nvSpPr>
        <p:spPr>
          <a:xfrm>
            <a:off x="6080760" y="1005840"/>
            <a:ext cx="2606040" cy="2240280"/>
          </a:xfrm>
          <a:prstGeom prst="rect">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8" name="TextBox 9007"/>
          <p:cNvSpPr txBox="1"/>
          <p:nvPr/>
        </p:nvSpPr>
        <p:spPr>
          <a:xfrm>
            <a:off x="6208776" y="1133856"/>
            <a:ext cx="2350008" cy="274320"/>
          </a:xfrm>
          <a:prstGeom prst="rect">
            <a:avLst/>
          </a:prstGeom>
          <a:noFill/>
        </p:spPr>
        <p:txBody>
          <a:bodyPr wrap="square" anchor="t" lIns="0" rIns="0" tIns="0" bIns="0">
            <a:spAutoFit/>
          </a:bodyPr>
          <a:lstStyle/>
          <a:p>
            <a:pPr algn="l">
              <a:lnSpc>
                <a:spcPct val="110000"/>
              </a:lnSpc>
              <a:spcAft>
                <a:spcPts val="0"/>
              </a:spcAft>
            </a:pPr>
            <a:r>
              <a:rPr sz="1400" b="1" i="0">
                <a:solidFill>
                  <a:srgbClr val="FFFFFF"/>
                </a:solidFill>
                <a:latin typeface="Arial"/>
              </a:rPr>
              <a:t>But models change</a:t>
            </a:r>
          </a:p>
        </p:txBody>
      </p:sp>
      <p:sp>
        <p:nvSpPr>
          <p:cNvPr id="9009" name="TextBox 9008"/>
          <p:cNvSpPr txBox="1"/>
          <p:nvPr/>
        </p:nvSpPr>
        <p:spPr>
          <a:xfrm>
            <a:off x="6208776" y="1447565"/>
            <a:ext cx="2350008" cy="1670538"/>
          </a:xfrm>
          <a:prstGeom prst="rect">
            <a:avLst/>
          </a:prstGeom>
          <a:noFill/>
        </p:spPr>
        <p:txBody>
          <a:bodyPr wrap="square" anchor="t" lIns="0" rIns="0" tIns="0" bIns="0">
            <a:spAutoFit/>
          </a:bodyPr>
          <a:lstStyle/>
          <a:p>
            <a:pPr algn="l">
              <a:lnSpc>
                <a:spcPct val="110000"/>
              </a:lnSpc>
              <a:spcAft>
                <a:spcPts val="300"/>
              </a:spcAft>
            </a:pPr>
            <a:r>
              <a:rPr sz="1150" b="0" i="0">
                <a:solidFill>
                  <a:srgbClr val="FFFFFF"/>
                </a:solidFill>
                <a:latin typeface="Arial"/>
              </a:rPr>
              <a:t>The detector you ship today is retrained next quarter. Updating it must not mean a truck roll, a debugger or a full firmware release.</a:t>
            </a:r>
          </a:p>
        </p:txBody>
      </p:sp>
      <p:sp>
        <p:nvSpPr>
          <p:cNvPr id="9010" name="TextBox 9009"/>
          <p:cNvSpPr txBox="1"/>
          <p:nvPr/>
        </p:nvSpPr>
        <p:spPr>
          <a:xfrm>
            <a:off x="457200" y="3520440"/>
            <a:ext cx="8229600" cy="731520"/>
          </a:xfrm>
          <a:prstGeom prst="rect">
            <a:avLst/>
          </a:prstGeom>
          <a:noFill/>
        </p:spPr>
        <p:txBody>
          <a:bodyPr wrap="square" anchor="t" lIns="0" rIns="0" tIns="0" bIns="0">
            <a:spAutoFit/>
          </a:bodyPr>
          <a:lstStyle/>
          <a:p>
            <a:pPr algn="l">
              <a:lnSpc>
                <a:spcPct val="110000"/>
              </a:lnSpc>
              <a:spcAft>
                <a:spcPts val="0"/>
              </a:spcAft>
            </a:pPr>
            <a:r>
              <a:rPr sz="1600" b="1" i="0">
                <a:solidFill>
                  <a:srgbClr val="000000"/>
                </a:solidFill>
                <a:latin typeface="Arial"/>
              </a:rPr>
              <a:t>So the question for today: how do you ship a new model to a fleet of these, and know it took?</a:t>
            </a:r>
          </a:p>
        </p:txBody>
      </p:sp>
      <p:sp>
        <p:nvSpPr>
          <p:cNvPr id="9011" name="TextBox 9010"/>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The board: Renesas EK-RA8P1</a:t>
            </a:r>
          </a:p>
        </p:txBody>
      </p:sp>
      <p:sp>
        <p:nvSpPr>
          <p:cNvPr id="9000" name="Slide Number Placeholder"/>
          <p:cNvSpPr>
            <a:spLocks noGrp="1"/>
          </p:cNvSpPr>
          <p:nvPr>
            <p:ph type="sldNum" sz="quarter" idx="4"/>
          </p:nvPr>
        </p:nvSpPr>
        <p:spPr/>
        <p:txBody>
          <a:bodyPr/>
          <a:lstStyle/>
          <a:p>
            <a:fld id="{549379A7-FAF7-4F25-B414-6281CEAB7EC8}" type="slidenum">
              <a:rPr lang="en-US"/>
              <a:t>1</a:t>
            </a:fld>
          </a:p>
        </p:txBody>
      </p:sp>
      <p:pic>
        <p:nvPicPr>
          <p:cNvPr id="9001" name="Picture 9000" descr="board.jpg"/>
          <p:cNvPicPr>
            <a:picLocks noChangeAspect="1"/>
          </p:cNvPicPr>
          <p:nvPr/>
        </p:nvPicPr>
        <p:blipFill>
          <a:blip r:embed="rId3"/>
          <a:stretch>
            <a:fillRect/>
          </a:stretch>
        </p:blipFill>
        <p:spPr>
          <a:xfrm>
            <a:off x="457200" y="1005840"/>
            <a:ext cx="2031682" cy="3611880"/>
          </a:xfrm>
          <a:prstGeom prst="rect">
            <a:avLst/>
          </a:prstGeom>
        </p:spPr>
      </p:pic>
      <p:graphicFrame>
        <p:nvGraphicFramePr>
          <p:cNvPr id="9002" name="Table 9001"/>
          <p:cNvGraphicFramePr>
            <a:graphicFrameLocks noGrp="1"/>
          </p:cNvGraphicFramePr>
          <p:nvPr/>
        </p:nvGraphicFramePr>
        <p:xfrm>
          <a:off x="2834640" y="1005840"/>
          <a:ext cx="5852159" cy="3456432"/>
        </p:xfrm>
        <a:graphic>
          <a:graphicData uri="http://schemas.openxmlformats.org/drawingml/2006/table">
            <a:tbl>
              <a:tblPr firstRow="1">
                <a:tableStyleId>{5C22544A-7EE6-4342-B048-85BDC9FD1C3A}</a:tableStyleId>
              </a:tblPr>
              <a:tblGrid>
                <a:gridCol w="1280159"/>
                <a:gridCol w="4572000"/>
              </a:tblGrid>
              <a:tr h="384048">
                <a:tc>
                  <a:txBody>
                    <a:bodyPr wrap="square"/>
                    <a:lstStyle/>
                    <a:p>
                      <a:pPr algn="l"/>
                      <a:r>
                        <a:rPr sz="1100" b="1" i="0">
                          <a:solidFill>
                            <a:srgbClr val="FFFFFF"/>
                          </a:solidFill>
                          <a:latin typeface="Arial"/>
                        </a:rPr>
                        <a:t>Part</a:t>
                      </a:r>
                    </a:p>
                  </a:txBody>
                  <a:tcPr marL="64008" marR="64008" marT="27432" marB="27432" anchor="ctr">
                    <a:solidFill>
                      <a:srgbClr val="000000"/>
                    </a:solidFill>
                  </a:tcPr>
                </a:tc>
                <a:tc>
                  <a:txBody>
                    <a:bodyPr wrap="square"/>
                    <a:lstStyle/>
                    <a:p>
                      <a:pPr algn="l"/>
                      <a:r>
                        <a:rPr sz="1100" b="1" i="0">
                          <a:solidFill>
                            <a:srgbClr val="FFFFFF"/>
                          </a:solidFill>
                          <a:latin typeface="Arial"/>
                        </a:rPr>
                        <a:t>What it is</a:t>
                      </a:r>
                    </a:p>
                  </a:txBody>
                  <a:tcPr marL="64008" marR="64008" marT="27432" marB="27432" anchor="ctr">
                    <a:solidFill>
                      <a:srgbClr val="000000"/>
                    </a:solidFill>
                  </a:tcPr>
                </a:tc>
              </a:tr>
              <a:tr h="384048">
                <a:tc>
                  <a:txBody>
                    <a:bodyPr wrap="square"/>
                    <a:lstStyle/>
                    <a:p>
                      <a:pPr algn="l"/>
                      <a:r>
                        <a:rPr sz="1100" b="1" i="0">
                          <a:solidFill>
                            <a:srgbClr val="000000"/>
                          </a:solidFill>
                          <a:latin typeface="Arial"/>
                        </a:rPr>
                        <a:t>MCU</a:t>
                      </a:r>
                    </a:p>
                  </a:txBody>
                  <a:tcPr marL="64008" marR="64008" marT="27432" marB="27432" anchor="ctr">
                    <a:solidFill>
                      <a:srgbClr val="FFFFFF"/>
                    </a:solidFill>
                  </a:tcPr>
                </a:tc>
                <a:tc>
                  <a:txBody>
                    <a:bodyPr wrap="square"/>
                    <a:lstStyle/>
                    <a:p>
                      <a:pPr algn="l"/>
                      <a:r>
                        <a:rPr sz="1100" b="0" i="0">
                          <a:solidFill>
                            <a:srgbClr val="000000"/>
                          </a:solidFill>
                          <a:latin typeface="Arial"/>
                        </a:rPr>
                        <a:t>RA8P1, Arm Cortex-M85 at 1 GHz</a:t>
                      </a:r>
                    </a:p>
                  </a:txBody>
                  <a:tcPr marL="64008" marR="64008" marT="27432" marB="27432" anchor="ctr">
                    <a:solidFill>
                      <a:srgbClr val="FFFFFF"/>
                    </a:solidFill>
                  </a:tcPr>
                </a:tc>
              </a:tr>
              <a:tr h="384048">
                <a:tc>
                  <a:txBody>
                    <a:bodyPr wrap="square"/>
                    <a:lstStyle/>
                    <a:p>
                      <a:pPr algn="l"/>
                      <a:r>
                        <a:rPr sz="1100" b="1" i="0">
                          <a:solidFill>
                            <a:srgbClr val="000000"/>
                          </a:solidFill>
                          <a:latin typeface="Arial"/>
                        </a:rPr>
                        <a:t>NPU</a:t>
                      </a:r>
                    </a:p>
                  </a:txBody>
                  <a:tcPr marL="64008" marR="64008" marT="27432" marB="27432" anchor="ctr">
                    <a:solidFill>
                      <a:srgbClr val="F2F2F2"/>
                    </a:solidFill>
                  </a:tcPr>
                </a:tc>
                <a:tc>
                  <a:txBody>
                    <a:bodyPr wrap="square"/>
                    <a:lstStyle/>
                    <a:p>
                      <a:pPr algn="l"/>
                      <a:r>
                        <a:rPr sz="1100" b="0" i="0">
                          <a:solidFill>
                            <a:srgbClr val="000000"/>
                          </a:solidFill>
                          <a:latin typeface="Arial"/>
                        </a:rPr>
                        <a:t>Arm Ethos-U55, 256 MACs per cycle</a:t>
                      </a:r>
                    </a:p>
                  </a:txBody>
                  <a:tcPr marL="64008" marR="64008" marT="27432" marB="27432" anchor="ctr">
                    <a:solidFill>
                      <a:srgbClr val="F2F2F2"/>
                    </a:solidFill>
                  </a:tcPr>
                </a:tc>
              </a:tr>
              <a:tr h="384048">
                <a:tc>
                  <a:txBody>
                    <a:bodyPr wrap="square"/>
                    <a:lstStyle/>
                    <a:p>
                      <a:pPr algn="l"/>
                      <a:r>
                        <a:rPr sz="1100" b="1" i="0">
                          <a:solidFill>
                            <a:srgbClr val="000000"/>
                          </a:solidFill>
                          <a:latin typeface="Arial"/>
                        </a:rPr>
                        <a:t>Memory</a:t>
                      </a:r>
                    </a:p>
                  </a:txBody>
                  <a:tcPr marL="64008" marR="64008" marT="27432" marB="27432" anchor="ctr">
                    <a:solidFill>
                      <a:srgbClr val="FFFFFF"/>
                    </a:solidFill>
                  </a:tcPr>
                </a:tc>
                <a:tc>
                  <a:txBody>
                    <a:bodyPr wrap="square"/>
                    <a:lstStyle/>
                    <a:p>
                      <a:pPr algn="l"/>
                      <a:r>
                        <a:rPr sz="1100" b="0" i="0">
                          <a:solidFill>
                            <a:srgbClr val="000000"/>
                          </a:solidFill>
                          <a:latin typeface="Arial"/>
                        </a:rPr>
                        <a:t>1 MB MRAM code, 2 MB SRAM, 64 MB SDRAM</a:t>
                      </a:r>
                    </a:p>
                  </a:txBody>
                  <a:tcPr marL="64008" marR="64008" marT="27432" marB="27432" anchor="ctr">
                    <a:solidFill>
                      <a:srgbClr val="FFFFFF"/>
                    </a:solidFill>
                  </a:tcPr>
                </a:tc>
              </a:tr>
              <a:tr h="384048">
                <a:tc>
                  <a:txBody>
                    <a:bodyPr wrap="square"/>
                    <a:lstStyle/>
                    <a:p>
                      <a:pPr algn="l"/>
                      <a:r>
                        <a:rPr sz="1100" b="1" i="0">
                          <a:solidFill>
                            <a:srgbClr val="000000"/>
                          </a:solidFill>
                          <a:latin typeface="Arial"/>
                        </a:rPr>
                        <a:t>Storage</a:t>
                      </a:r>
                    </a:p>
                  </a:txBody>
                  <a:tcPr marL="64008" marR="64008" marT="27432" marB="27432" anchor="ctr">
                    <a:solidFill>
                      <a:srgbClr val="F2F2F2"/>
                    </a:solidFill>
                  </a:tcPr>
                </a:tc>
                <a:tc>
                  <a:txBody>
                    <a:bodyPr wrap="square"/>
                    <a:lstStyle/>
                    <a:p>
                      <a:pPr algn="l"/>
                      <a:r>
                        <a:rPr sz="1100" b="0" i="0">
                          <a:solidFill>
                            <a:srgbClr val="000000"/>
                          </a:solidFill>
                          <a:latin typeface="Arial"/>
                        </a:rPr>
                        <a:t>64 MB OSPI flash: credentials and the model slot</a:t>
                      </a:r>
                    </a:p>
                  </a:txBody>
                  <a:tcPr marL="64008" marR="64008" marT="27432" marB="27432" anchor="ctr">
                    <a:solidFill>
                      <a:srgbClr val="F2F2F2"/>
                    </a:solidFill>
                  </a:tcPr>
                </a:tc>
              </a:tr>
              <a:tr h="384048">
                <a:tc>
                  <a:txBody>
                    <a:bodyPr wrap="square"/>
                    <a:lstStyle/>
                    <a:p>
                      <a:pPr algn="l"/>
                      <a:r>
                        <a:rPr sz="1100" b="1" i="0">
                          <a:solidFill>
                            <a:srgbClr val="000000"/>
                          </a:solidFill>
                          <a:latin typeface="Arial"/>
                        </a:rPr>
                        <a:t>Network</a:t>
                      </a:r>
                    </a:p>
                  </a:txBody>
                  <a:tcPr marL="64008" marR="64008" marT="27432" marB="27432" anchor="ctr">
                    <a:solidFill>
                      <a:srgbClr val="FFFFFF"/>
                    </a:solidFill>
                  </a:tcPr>
                </a:tc>
                <a:tc>
                  <a:txBody>
                    <a:bodyPr wrap="square"/>
                    <a:lstStyle/>
                    <a:p>
                      <a:pPr algn="l"/>
                      <a:r>
                        <a:rPr sz="1100" b="0" i="0">
                          <a:solidFill>
                            <a:srgbClr val="000000"/>
                          </a:solidFill>
                          <a:latin typeface="Arial"/>
                        </a:rPr>
                        <a:t>Gigabit Ethernet</a:t>
                      </a:r>
                    </a:p>
                  </a:txBody>
                  <a:tcPr marL="64008" marR="64008" marT="27432" marB="27432" anchor="ctr">
                    <a:solidFill>
                      <a:srgbClr val="FFFFFF"/>
                    </a:solidFill>
                  </a:tcPr>
                </a:tc>
              </a:tr>
              <a:tr h="384048">
                <a:tc>
                  <a:txBody>
                    <a:bodyPr wrap="square"/>
                    <a:lstStyle/>
                    <a:p>
                      <a:pPr algn="l"/>
                      <a:r>
                        <a:rPr sz="1100" b="1" i="0">
                          <a:solidFill>
                            <a:srgbClr val="000000"/>
                          </a:solidFill>
                          <a:latin typeface="Arial"/>
                        </a:rPr>
                        <a:t>Camera</a:t>
                      </a:r>
                    </a:p>
                  </a:txBody>
                  <a:tcPr marL="64008" marR="64008" marT="27432" marB="27432" anchor="ctr">
                    <a:solidFill>
                      <a:srgbClr val="F2F2F2"/>
                    </a:solidFill>
                  </a:tcPr>
                </a:tc>
                <a:tc>
                  <a:txBody>
                    <a:bodyPr wrap="square"/>
                    <a:lstStyle/>
                    <a:p>
                      <a:pPr algn="l"/>
                      <a:r>
                        <a:rPr sz="1100" b="0" i="0">
                          <a:solidFill>
                            <a:srgbClr val="000000"/>
                          </a:solidFill>
                          <a:latin typeface="Arial"/>
                        </a:rPr>
                        <a:t>OV5640 over MIPI CSI-2, 55 fps</a:t>
                      </a:r>
                    </a:p>
                  </a:txBody>
                  <a:tcPr marL="64008" marR="64008" marT="27432" marB="27432" anchor="ctr">
                    <a:solidFill>
                      <a:srgbClr val="F2F2F2"/>
                    </a:solidFill>
                  </a:tcPr>
                </a:tc>
              </a:tr>
              <a:tr h="384048">
                <a:tc>
                  <a:txBody>
                    <a:bodyPr wrap="square"/>
                    <a:lstStyle/>
                    <a:p>
                      <a:pPr algn="l"/>
                      <a:r>
                        <a:rPr sz="1100" b="1" i="0">
                          <a:solidFill>
                            <a:srgbClr val="000000"/>
                          </a:solidFill>
                          <a:latin typeface="Arial"/>
                        </a:rPr>
                        <a:t>Display</a:t>
                      </a:r>
                    </a:p>
                  </a:txBody>
                  <a:tcPr marL="64008" marR="64008" marT="27432" marB="27432" anchor="ctr">
                    <a:solidFill>
                      <a:srgbClr val="FFFFFF"/>
                    </a:solidFill>
                  </a:tcPr>
                </a:tc>
                <a:tc>
                  <a:txBody>
                    <a:bodyPr wrap="square"/>
                    <a:lstStyle/>
                    <a:p>
                      <a:pPr algn="l"/>
                      <a:r>
                        <a:rPr sz="1100" b="0" i="0">
                          <a:solidFill>
                            <a:srgbClr val="000000"/>
                          </a:solidFill>
                          <a:latin typeface="Arial"/>
                        </a:rPr>
                        <a:t>7-inch parallel LCD, optional</a:t>
                      </a:r>
                    </a:p>
                  </a:txBody>
                  <a:tcPr marL="64008" marR="64008" marT="27432" marB="27432" anchor="ctr">
                    <a:solidFill>
                      <a:srgbClr val="FFFFFF"/>
                    </a:solidFill>
                  </a:tcPr>
                </a:tc>
              </a:tr>
              <a:tr h="384048">
                <a:tc>
                  <a:txBody>
                    <a:bodyPr wrap="square"/>
                    <a:lstStyle/>
                    <a:p>
                      <a:pPr algn="l"/>
                      <a:r>
                        <a:rPr sz="1100" b="1" i="0">
                          <a:solidFill>
                            <a:srgbClr val="000000"/>
                          </a:solidFill>
                          <a:latin typeface="Arial"/>
                        </a:rPr>
                        <a:t>Debug</a:t>
                      </a:r>
                    </a:p>
                  </a:txBody>
                  <a:tcPr marL="64008" marR="64008" marT="27432" marB="27432" anchor="ctr">
                    <a:solidFill>
                      <a:srgbClr val="F2F2F2"/>
                    </a:solidFill>
                  </a:tcPr>
                </a:tc>
                <a:tc>
                  <a:txBody>
                    <a:bodyPr wrap="square"/>
                    <a:lstStyle/>
                    <a:p>
                      <a:pPr algn="l"/>
                      <a:r>
                        <a:rPr sz="1100" b="0" i="0">
                          <a:solidFill>
                            <a:srgbClr val="000000"/>
                          </a:solidFill>
                          <a:latin typeface="Arial"/>
                        </a:rPr>
                        <a:t>On-board J-Link; USB-C DEBUG1 is also the console</a:t>
                      </a:r>
                    </a:p>
                  </a:txBody>
                  <a:tcPr marL="64008" marR="64008" marT="27432" marB="27432" anchor="ctr">
                    <a:solidFill>
                      <a:srgbClr val="F2F2F2"/>
                    </a:solidFill>
                  </a:tcPr>
                </a:tc>
              </a:tr>
            </a:tbl>
          </a:graphicData>
        </a:graphic>
      </p:graphicFrame>
      <p:sp>
        <p:nvSpPr>
          <p:cNvPr id="9003" name="TextBox 9002"/>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9224" y="1143000"/>
            <a:ext cx="6309360" cy="1371600"/>
          </a:xfrm>
          <a:prstGeom prst="rect">
            <a:avLst/>
          </a:prstGeom>
          <a:noFill/>
        </p:spPr>
        <p:txBody>
          <a:bodyPr wrap="square" anchor="b" lIns="0" rIns="0" tIns="0" bIns="0">
            <a:spAutoFit/>
          </a:bodyPr>
          <a:lstStyle/>
          <a:p>
            <a:pPr algn="l">
              <a:lnSpc>
                <a:spcPct val="105000"/>
              </a:lnSpc>
              <a:spcAft>
                <a:spcPts val="0"/>
              </a:spcAft>
            </a:pPr>
            <a:r>
              <a:rPr sz="2200" b="0" i="0">
                <a:solidFill>
                  <a:srgbClr val="000000"/>
                </a:solidFill>
                <a:latin typeface="Arial"/>
              </a:rPr>
              <a:t>Click Deploy in AI Models. The board downloads the model, validates it, swaps it in between two inferences and saves it to flash.</a:t>
            </a:r>
          </a:p>
        </p:txBody>
      </p:sp>
      <p:cxnSp>
        <p:nvCxnSpPr>
          <p:cNvPr id="3" name="Connector 2"/>
          <p:cNvCxnSpPr/>
          <p:nvPr/>
        </p:nvCxnSpPr>
        <p:spPr>
          <a:xfrm>
            <a:off x="749808" y="2606040"/>
            <a:ext cx="5779008" cy="0"/>
          </a:xfrm>
          <a:prstGeom prst="line">
            <a:avLst/>
          </a:prstGeom>
          <a:ln w="6350">
            <a:solidFill>
              <a:srgbClr val="FFFFF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9224" y="2743200"/>
            <a:ext cx="6309360" cy="1463040"/>
          </a:xfrm>
          <a:prstGeom prst="rect">
            <a:avLst/>
          </a:prstGeom>
          <a:noFill/>
        </p:spPr>
        <p:txBody>
          <a:bodyPr wrap="square" anchor="t" lIns="0" rIns="0" tIns="0" bIns="0">
            <a:spAutoFit/>
          </a:bodyPr>
          <a:lstStyle/>
          <a:p>
            <a:pPr algn="l">
              <a:lnSpc>
                <a:spcPct val="115000"/>
              </a:lnSpc>
              <a:spcAft>
                <a:spcPts val="600"/>
              </a:spcAft>
            </a:pPr>
            <a:r>
              <a:rPr sz="1600" b="0" i="0">
                <a:solidFill>
                  <a:srgbClr val="000000"/>
                </a:solidFill>
                <a:latin typeface="Arial"/>
              </a:rPr>
              <a:t>No reflash. No reboot. Uptime uninterrupted. It comes back after a power cut.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What happens when you click Deploy</a:t>
            </a:r>
          </a:p>
        </p:txBody>
      </p:sp>
      <p:sp>
        <p:nvSpPr>
          <p:cNvPr id="9000" name="Slide Number Placeholder"/>
          <p:cNvSpPr>
            <a:spLocks noGrp="1"/>
          </p:cNvSpPr>
          <p:nvPr>
            <p:ph type="sldNum" sz="quarter" idx="4"/>
          </p:nvPr>
        </p:nvSpPr>
        <p:spPr/>
        <p:txBody>
          <a:bodyPr/>
          <a:lstStyle/>
          <a:p>
            <a:fld id="{9FA849BC-3D12-435C-8C1C-B4CD83A24382}" type="slidenum">
              <a:rPr lang="en-US"/>
              <a:t>1</a:t>
            </a:fld>
          </a:p>
        </p:txBody>
      </p:sp>
      <p:sp>
        <p:nvSpPr>
          <p:cNvPr id="9001" name="Rectangle 9000"/>
          <p:cNvSpPr/>
          <p:nvPr/>
        </p:nvSpPr>
        <p:spPr>
          <a:xfrm>
            <a:off x="457200" y="1005840"/>
            <a:ext cx="1426464" cy="201168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2" name="TextBox 9001"/>
          <p:cNvSpPr txBox="1"/>
          <p:nvPr/>
        </p:nvSpPr>
        <p:spPr>
          <a:xfrm>
            <a:off x="566928" y="1115568"/>
            <a:ext cx="1207008" cy="384048"/>
          </a:xfrm>
          <a:prstGeom prst="rect">
            <a:avLst/>
          </a:prstGeom>
          <a:noFill/>
        </p:spPr>
        <p:txBody>
          <a:bodyPr wrap="square" anchor="t" lIns="0" rIns="0" tIns="0" bIns="0">
            <a:spAutoFit/>
          </a:bodyPr>
          <a:lstStyle/>
          <a:p>
            <a:pPr algn="l">
              <a:lnSpc>
                <a:spcPct val="110000"/>
              </a:lnSpc>
              <a:spcAft>
                <a:spcPts val="400"/>
              </a:spcAft>
            </a:pPr>
            <a:r>
              <a:rPr sz="2600" b="1" i="0">
                <a:solidFill>
                  <a:srgbClr val="41C363"/>
                </a:solidFill>
                <a:latin typeface="Arial"/>
              </a:rPr>
              <a:t>1</a:t>
            </a:r>
          </a:p>
        </p:txBody>
      </p:sp>
      <p:sp>
        <p:nvSpPr>
          <p:cNvPr id="9003" name="TextBox 9002"/>
          <p:cNvSpPr txBox="1"/>
          <p:nvPr/>
        </p:nvSpPr>
        <p:spPr>
          <a:xfrm>
            <a:off x="566928" y="1499616"/>
            <a:ext cx="1207008" cy="274320"/>
          </a:xfrm>
          <a:prstGeom prst="rect">
            <a:avLst/>
          </a:prstGeom>
          <a:noFill/>
        </p:spPr>
        <p:txBody>
          <a:bodyPr wrap="square" anchor="t" lIns="0" rIns="0" tIns="0" bIns="0">
            <a:spAutoFit/>
          </a:bodyPr>
          <a:lstStyle/>
          <a:p>
            <a:pPr algn="l">
              <a:lnSpc>
                <a:spcPct val="110000"/>
              </a:lnSpc>
              <a:spcAft>
                <a:spcPts val="0"/>
              </a:spcAft>
            </a:pPr>
            <a:r>
              <a:rPr sz="1250" b="1" i="0">
                <a:solidFill>
                  <a:srgbClr val="41C363"/>
                </a:solidFill>
                <a:latin typeface="Arial"/>
              </a:rPr>
              <a:t>Deploy</a:t>
            </a:r>
          </a:p>
        </p:txBody>
      </p:sp>
      <p:sp>
        <p:nvSpPr>
          <p:cNvPr id="9004" name="TextBox 9003"/>
          <p:cNvSpPr txBox="1"/>
          <p:nvPr/>
        </p:nvSpPr>
        <p:spPr>
          <a:xfrm>
            <a:off x="566928" y="1809105"/>
            <a:ext cx="1207008" cy="1098686"/>
          </a:xfrm>
          <a:prstGeom prst="rect">
            <a:avLst/>
          </a:prstGeom>
          <a:noFill/>
        </p:spPr>
        <p:txBody>
          <a:bodyPr wrap="square" anchor="t" lIns="0" rIns="0" tIns="0" bIns="0">
            <a:spAutoFit/>
          </a:bodyPr>
          <a:lstStyle/>
          <a:p>
            <a:pPr algn="l">
              <a:lnSpc>
                <a:spcPct val="110000"/>
              </a:lnSpc>
              <a:spcAft>
                <a:spcPts val="300"/>
              </a:spcAft>
            </a:pPr>
            <a:r>
              <a:rPr sz="1000" b="0" i="0">
                <a:solidFill>
                  <a:srgbClr val="000000"/>
                </a:solidFill>
                <a:latin typeface="Arial"/>
              </a:rPr>
              <a:t>AI Models sends a command over MQTT carrying a signed download URL.</a:t>
            </a:r>
          </a:p>
        </p:txBody>
      </p:sp>
      <p:sp>
        <p:nvSpPr>
          <p:cNvPr id="9005" name="Chevron 9004"/>
          <p:cNvSpPr/>
          <p:nvPr/>
        </p:nvSpPr>
        <p:spPr>
          <a:xfrm>
            <a:off x="1929384" y="1874519"/>
            <a:ext cx="201168" cy="274320"/>
          </a:xfrm>
          <a:prstGeom prst="chevron">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6" name="Rectangle 9005"/>
          <p:cNvSpPr/>
          <p:nvPr/>
        </p:nvSpPr>
        <p:spPr>
          <a:xfrm>
            <a:off x="2176272" y="1005840"/>
            <a:ext cx="1426464" cy="201168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7" name="TextBox 9006"/>
          <p:cNvSpPr txBox="1"/>
          <p:nvPr/>
        </p:nvSpPr>
        <p:spPr>
          <a:xfrm>
            <a:off x="2286000" y="1115568"/>
            <a:ext cx="1207008" cy="384048"/>
          </a:xfrm>
          <a:prstGeom prst="rect">
            <a:avLst/>
          </a:prstGeom>
          <a:noFill/>
        </p:spPr>
        <p:txBody>
          <a:bodyPr wrap="square" anchor="t" lIns="0" rIns="0" tIns="0" bIns="0">
            <a:spAutoFit/>
          </a:bodyPr>
          <a:lstStyle/>
          <a:p>
            <a:pPr algn="l">
              <a:lnSpc>
                <a:spcPct val="110000"/>
              </a:lnSpc>
              <a:spcAft>
                <a:spcPts val="400"/>
              </a:spcAft>
            </a:pPr>
            <a:r>
              <a:rPr sz="2600" b="1" i="0">
                <a:solidFill>
                  <a:srgbClr val="41C363"/>
                </a:solidFill>
                <a:latin typeface="Arial"/>
              </a:rPr>
              <a:t>2</a:t>
            </a:r>
          </a:p>
        </p:txBody>
      </p:sp>
      <p:sp>
        <p:nvSpPr>
          <p:cNvPr id="9008" name="TextBox 9007"/>
          <p:cNvSpPr txBox="1"/>
          <p:nvPr/>
        </p:nvSpPr>
        <p:spPr>
          <a:xfrm>
            <a:off x="2286000" y="1499616"/>
            <a:ext cx="1207008" cy="274320"/>
          </a:xfrm>
          <a:prstGeom prst="rect">
            <a:avLst/>
          </a:prstGeom>
          <a:noFill/>
        </p:spPr>
        <p:txBody>
          <a:bodyPr wrap="square" anchor="t" lIns="0" rIns="0" tIns="0" bIns="0">
            <a:spAutoFit/>
          </a:bodyPr>
          <a:lstStyle/>
          <a:p>
            <a:pPr algn="l">
              <a:lnSpc>
                <a:spcPct val="110000"/>
              </a:lnSpc>
              <a:spcAft>
                <a:spcPts val="0"/>
              </a:spcAft>
            </a:pPr>
            <a:r>
              <a:rPr sz="1250" b="1" i="0">
                <a:solidFill>
                  <a:srgbClr val="41C363"/>
                </a:solidFill>
                <a:latin typeface="Arial"/>
              </a:rPr>
              <a:t>Download</a:t>
            </a:r>
          </a:p>
        </p:txBody>
      </p:sp>
      <p:sp>
        <p:nvSpPr>
          <p:cNvPr id="9009" name="TextBox 9008"/>
          <p:cNvSpPr txBox="1"/>
          <p:nvPr/>
        </p:nvSpPr>
        <p:spPr>
          <a:xfrm>
            <a:off x="2286000" y="1809105"/>
            <a:ext cx="1207008" cy="1098686"/>
          </a:xfrm>
          <a:prstGeom prst="rect">
            <a:avLst/>
          </a:prstGeom>
          <a:noFill/>
        </p:spPr>
        <p:txBody>
          <a:bodyPr wrap="square" anchor="t" lIns="0" rIns="0" tIns="0" bIns="0">
            <a:spAutoFit/>
          </a:bodyPr>
          <a:lstStyle/>
          <a:p>
            <a:pPr algn="l">
              <a:lnSpc>
                <a:spcPct val="110000"/>
              </a:lnSpc>
              <a:spcAft>
                <a:spcPts val="300"/>
              </a:spcAft>
            </a:pPr>
            <a:r>
              <a:rPr sz="1000" b="0" i="0">
                <a:solidFill>
                  <a:srgbClr val="000000"/>
                </a:solidFill>
                <a:latin typeface="Arial"/>
              </a:rPr>
              <a:t>HTTPS from S3 into a 4 MB pending buffer in SDRAM, three retries on error.</a:t>
            </a:r>
          </a:p>
        </p:txBody>
      </p:sp>
      <p:sp>
        <p:nvSpPr>
          <p:cNvPr id="9010" name="Chevron 9009"/>
          <p:cNvSpPr/>
          <p:nvPr/>
        </p:nvSpPr>
        <p:spPr>
          <a:xfrm>
            <a:off x="3648456" y="1874519"/>
            <a:ext cx="201168" cy="274320"/>
          </a:xfrm>
          <a:prstGeom prst="chevron">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1" name="Rectangle 9010"/>
          <p:cNvSpPr/>
          <p:nvPr/>
        </p:nvSpPr>
        <p:spPr>
          <a:xfrm>
            <a:off x="3895344" y="1005840"/>
            <a:ext cx="1426464" cy="201168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2" name="TextBox 9011"/>
          <p:cNvSpPr txBox="1"/>
          <p:nvPr/>
        </p:nvSpPr>
        <p:spPr>
          <a:xfrm>
            <a:off x="4005072" y="1115568"/>
            <a:ext cx="1207008" cy="384048"/>
          </a:xfrm>
          <a:prstGeom prst="rect">
            <a:avLst/>
          </a:prstGeom>
          <a:noFill/>
        </p:spPr>
        <p:txBody>
          <a:bodyPr wrap="square" anchor="t" lIns="0" rIns="0" tIns="0" bIns="0">
            <a:spAutoFit/>
          </a:bodyPr>
          <a:lstStyle/>
          <a:p>
            <a:pPr algn="l">
              <a:lnSpc>
                <a:spcPct val="110000"/>
              </a:lnSpc>
              <a:spcAft>
                <a:spcPts val="400"/>
              </a:spcAft>
            </a:pPr>
            <a:r>
              <a:rPr sz="2600" b="1" i="0">
                <a:solidFill>
                  <a:srgbClr val="41C363"/>
                </a:solidFill>
                <a:latin typeface="Arial"/>
              </a:rPr>
              <a:t>3</a:t>
            </a:r>
          </a:p>
        </p:txBody>
      </p:sp>
      <p:sp>
        <p:nvSpPr>
          <p:cNvPr id="9013" name="TextBox 9012"/>
          <p:cNvSpPr txBox="1"/>
          <p:nvPr/>
        </p:nvSpPr>
        <p:spPr>
          <a:xfrm>
            <a:off x="4005072" y="1499616"/>
            <a:ext cx="1207008" cy="274320"/>
          </a:xfrm>
          <a:prstGeom prst="rect">
            <a:avLst/>
          </a:prstGeom>
          <a:noFill/>
        </p:spPr>
        <p:txBody>
          <a:bodyPr wrap="square" anchor="t" lIns="0" rIns="0" tIns="0" bIns="0">
            <a:spAutoFit/>
          </a:bodyPr>
          <a:lstStyle/>
          <a:p>
            <a:pPr algn="l">
              <a:lnSpc>
                <a:spcPct val="110000"/>
              </a:lnSpc>
              <a:spcAft>
                <a:spcPts val="0"/>
              </a:spcAft>
            </a:pPr>
            <a:r>
              <a:rPr sz="1250" b="1" i="0">
                <a:solidFill>
                  <a:srgbClr val="41C363"/>
                </a:solidFill>
                <a:latin typeface="Arial"/>
              </a:rPr>
              <a:t>Validate</a:t>
            </a:r>
          </a:p>
        </p:txBody>
      </p:sp>
      <p:sp>
        <p:nvSpPr>
          <p:cNvPr id="9014" name="TextBox 9013"/>
          <p:cNvSpPr txBox="1"/>
          <p:nvPr/>
        </p:nvSpPr>
        <p:spPr>
          <a:xfrm>
            <a:off x="4005072" y="1809105"/>
            <a:ext cx="1207008" cy="1098686"/>
          </a:xfrm>
          <a:prstGeom prst="rect">
            <a:avLst/>
          </a:prstGeom>
          <a:noFill/>
        </p:spPr>
        <p:txBody>
          <a:bodyPr wrap="square" anchor="t" lIns="0" rIns="0" tIns="0" bIns="0">
            <a:spAutoFit/>
          </a:bodyPr>
          <a:lstStyle/>
          <a:p>
            <a:pPr algn="l">
              <a:lnSpc>
                <a:spcPct val="110000"/>
              </a:lnSpc>
              <a:spcAft>
                <a:spcPts val="300"/>
              </a:spcAft>
            </a:pPr>
            <a:r>
              <a:rPr sz="1000" b="0" i="0">
                <a:solidFill>
                  <a:srgbClr val="000000"/>
                </a:solidFill>
                <a:latin typeface="Arial"/>
              </a:rPr>
              <a:t>Envelope header: magic, length, CRC32. Then a trial load checks the input shape.</a:t>
            </a:r>
          </a:p>
        </p:txBody>
      </p:sp>
      <p:sp>
        <p:nvSpPr>
          <p:cNvPr id="9015" name="Chevron 9014"/>
          <p:cNvSpPr/>
          <p:nvPr/>
        </p:nvSpPr>
        <p:spPr>
          <a:xfrm>
            <a:off x="5367528" y="1874519"/>
            <a:ext cx="201168" cy="274320"/>
          </a:xfrm>
          <a:prstGeom prst="chevron">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6" name="Rectangle 9015"/>
          <p:cNvSpPr/>
          <p:nvPr/>
        </p:nvSpPr>
        <p:spPr>
          <a:xfrm>
            <a:off x="5614416" y="1005840"/>
            <a:ext cx="1426464" cy="2011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7" name="TextBox 9016"/>
          <p:cNvSpPr txBox="1"/>
          <p:nvPr/>
        </p:nvSpPr>
        <p:spPr>
          <a:xfrm>
            <a:off x="5724144" y="1115568"/>
            <a:ext cx="1207008" cy="384048"/>
          </a:xfrm>
          <a:prstGeom prst="rect">
            <a:avLst/>
          </a:prstGeom>
          <a:noFill/>
        </p:spPr>
        <p:txBody>
          <a:bodyPr wrap="square" anchor="t" lIns="0" rIns="0" tIns="0" bIns="0">
            <a:spAutoFit/>
          </a:bodyPr>
          <a:lstStyle/>
          <a:p>
            <a:pPr algn="l">
              <a:lnSpc>
                <a:spcPct val="110000"/>
              </a:lnSpc>
              <a:spcAft>
                <a:spcPts val="400"/>
              </a:spcAft>
            </a:pPr>
            <a:r>
              <a:rPr sz="2600" b="1" i="0">
                <a:solidFill>
                  <a:srgbClr val="41C363"/>
                </a:solidFill>
                <a:latin typeface="Arial"/>
              </a:rPr>
              <a:t>4</a:t>
            </a:r>
          </a:p>
        </p:txBody>
      </p:sp>
      <p:sp>
        <p:nvSpPr>
          <p:cNvPr id="9018" name="TextBox 9017"/>
          <p:cNvSpPr txBox="1"/>
          <p:nvPr/>
        </p:nvSpPr>
        <p:spPr>
          <a:xfrm>
            <a:off x="5724144" y="1499616"/>
            <a:ext cx="1207008" cy="274320"/>
          </a:xfrm>
          <a:prstGeom prst="rect">
            <a:avLst/>
          </a:prstGeom>
          <a:noFill/>
        </p:spPr>
        <p:txBody>
          <a:bodyPr wrap="square" anchor="t" lIns="0" rIns="0" tIns="0" bIns="0">
            <a:spAutoFit/>
          </a:bodyPr>
          <a:lstStyle/>
          <a:p>
            <a:pPr algn="l">
              <a:lnSpc>
                <a:spcPct val="110000"/>
              </a:lnSpc>
              <a:spcAft>
                <a:spcPts val="0"/>
              </a:spcAft>
            </a:pPr>
            <a:r>
              <a:rPr sz="1250" b="1" i="0">
                <a:solidFill>
                  <a:srgbClr val="41C363"/>
                </a:solidFill>
                <a:latin typeface="Arial"/>
              </a:rPr>
              <a:t>Hot-swap</a:t>
            </a:r>
          </a:p>
        </p:txBody>
      </p:sp>
      <p:sp>
        <p:nvSpPr>
          <p:cNvPr id="9019" name="TextBox 9018"/>
          <p:cNvSpPr txBox="1"/>
          <p:nvPr/>
        </p:nvSpPr>
        <p:spPr>
          <a:xfrm>
            <a:off x="5724144" y="1809105"/>
            <a:ext cx="1207008" cy="1098686"/>
          </a:xfrm>
          <a:prstGeom prst="rect">
            <a:avLst/>
          </a:prstGeom>
          <a:noFill/>
        </p:spPr>
        <p:txBody>
          <a:bodyPr wrap="square" anchor="t" lIns="0" rIns="0" tIns="0" bIns="0">
            <a:spAutoFit/>
          </a:bodyPr>
          <a:lstStyle/>
          <a:p>
            <a:pPr algn="l">
              <a:lnSpc>
                <a:spcPct val="110000"/>
              </a:lnSpc>
              <a:spcAft>
                <a:spcPts val="300"/>
              </a:spcAft>
            </a:pPr>
            <a:r>
              <a:rPr sz="1000" b="0" i="0">
                <a:solidFill>
                  <a:srgbClr val="FFFFFF"/>
                </a:solidFill>
                <a:latin typeface="Arial"/>
              </a:rPr>
              <a:t>Between two inferences: tear down the interpreter, rebuild it over the same arena.</a:t>
            </a:r>
          </a:p>
        </p:txBody>
      </p:sp>
      <p:sp>
        <p:nvSpPr>
          <p:cNvPr id="9020" name="Chevron 9019"/>
          <p:cNvSpPr/>
          <p:nvPr/>
        </p:nvSpPr>
        <p:spPr>
          <a:xfrm>
            <a:off x="7086600" y="1874519"/>
            <a:ext cx="201168" cy="274320"/>
          </a:xfrm>
          <a:prstGeom prst="chevron">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1" name="Rectangle 9020"/>
          <p:cNvSpPr/>
          <p:nvPr/>
        </p:nvSpPr>
        <p:spPr>
          <a:xfrm>
            <a:off x="7333488" y="1005840"/>
            <a:ext cx="1426464" cy="201168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22" name="TextBox 9021"/>
          <p:cNvSpPr txBox="1"/>
          <p:nvPr/>
        </p:nvSpPr>
        <p:spPr>
          <a:xfrm>
            <a:off x="7443216" y="1115568"/>
            <a:ext cx="1207008" cy="384048"/>
          </a:xfrm>
          <a:prstGeom prst="rect">
            <a:avLst/>
          </a:prstGeom>
          <a:noFill/>
        </p:spPr>
        <p:txBody>
          <a:bodyPr wrap="square" anchor="t" lIns="0" rIns="0" tIns="0" bIns="0">
            <a:spAutoFit/>
          </a:bodyPr>
          <a:lstStyle/>
          <a:p>
            <a:pPr algn="l">
              <a:lnSpc>
                <a:spcPct val="110000"/>
              </a:lnSpc>
              <a:spcAft>
                <a:spcPts val="400"/>
              </a:spcAft>
            </a:pPr>
            <a:r>
              <a:rPr sz="2600" b="1" i="0">
                <a:solidFill>
                  <a:srgbClr val="41C363"/>
                </a:solidFill>
                <a:latin typeface="Arial"/>
              </a:rPr>
              <a:t>5</a:t>
            </a:r>
          </a:p>
        </p:txBody>
      </p:sp>
      <p:sp>
        <p:nvSpPr>
          <p:cNvPr id="9023" name="TextBox 9022"/>
          <p:cNvSpPr txBox="1"/>
          <p:nvPr/>
        </p:nvSpPr>
        <p:spPr>
          <a:xfrm>
            <a:off x="7443216" y="1499616"/>
            <a:ext cx="1207008" cy="274320"/>
          </a:xfrm>
          <a:prstGeom prst="rect">
            <a:avLst/>
          </a:prstGeom>
          <a:noFill/>
        </p:spPr>
        <p:txBody>
          <a:bodyPr wrap="square" anchor="t" lIns="0" rIns="0" tIns="0" bIns="0">
            <a:spAutoFit/>
          </a:bodyPr>
          <a:lstStyle/>
          <a:p>
            <a:pPr algn="l">
              <a:lnSpc>
                <a:spcPct val="110000"/>
              </a:lnSpc>
              <a:spcAft>
                <a:spcPts val="0"/>
              </a:spcAft>
            </a:pPr>
            <a:r>
              <a:rPr sz="1250" b="1" i="0">
                <a:solidFill>
                  <a:srgbClr val="41C363"/>
                </a:solidFill>
                <a:latin typeface="Arial"/>
              </a:rPr>
              <a:t>Persist</a:t>
            </a:r>
          </a:p>
        </p:txBody>
      </p:sp>
      <p:sp>
        <p:nvSpPr>
          <p:cNvPr id="9024" name="TextBox 9023"/>
          <p:cNvSpPr txBox="1"/>
          <p:nvPr/>
        </p:nvSpPr>
        <p:spPr>
          <a:xfrm>
            <a:off x="7443216" y="1809105"/>
            <a:ext cx="1207008" cy="1098686"/>
          </a:xfrm>
          <a:prstGeom prst="rect">
            <a:avLst/>
          </a:prstGeom>
          <a:noFill/>
        </p:spPr>
        <p:txBody>
          <a:bodyPr wrap="square" anchor="t" lIns="0" rIns="0" tIns="0" bIns="0">
            <a:spAutoFit/>
          </a:bodyPr>
          <a:lstStyle/>
          <a:p>
            <a:pPr algn="l">
              <a:lnSpc>
                <a:spcPct val="110000"/>
              </a:lnSpc>
              <a:spcAft>
                <a:spcPts val="300"/>
              </a:spcAft>
            </a:pPr>
            <a:r>
              <a:rPr sz="1000" b="0" i="0">
                <a:solidFill>
                  <a:srgbClr val="000000"/>
                </a:solidFill>
                <a:latin typeface="Arial"/>
              </a:rPr>
              <a:t>The envelope is written to a raw OSPI flash slot and reloaded at every boot.</a:t>
            </a:r>
          </a:p>
        </p:txBody>
      </p:sp>
      <p:sp>
        <p:nvSpPr>
          <p:cNvPr id="9025" name="Rectangle 9024"/>
          <p:cNvSpPr/>
          <p:nvPr/>
        </p:nvSpPr>
        <p:spPr>
          <a:xfrm>
            <a:off x="457200" y="3200400"/>
            <a:ext cx="402336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26" name="TextBox 9025"/>
          <p:cNvSpPr txBox="1"/>
          <p:nvPr/>
        </p:nvSpPr>
        <p:spPr>
          <a:xfrm>
            <a:off x="594360" y="3200400"/>
            <a:ext cx="3749039" cy="868680"/>
          </a:xfrm>
          <a:prstGeom prst="rect">
            <a:avLst/>
          </a:prstGeom>
          <a:noFill/>
        </p:spPr>
        <p:txBody>
          <a:bodyPr wrap="square" anchor="ctr" lIns="0" rIns="0" tIns="0" bIns="0">
            <a:spAutoFit/>
          </a:bodyPr>
          <a:lstStyle/>
          <a:p>
            <a:pPr algn="l">
              <a:lnSpc>
                <a:spcPct val="112000"/>
              </a:lnSpc>
              <a:spcAft>
                <a:spcPts val="0"/>
              </a:spcAft>
            </a:pPr>
            <a:r>
              <a:rPr sz="1050" b="0" i="0">
                <a:solidFill>
                  <a:srgbClr val="000000"/>
                </a:solidFill>
                <a:latin typeface="Arial"/>
              </a:rPr>
              <a:t>A failure at step 3 or 4 keeps the previous model running. The camera, display and telemetry never stop during any step.</a:t>
            </a:r>
          </a:p>
        </p:txBody>
      </p:sp>
      <p:sp>
        <p:nvSpPr>
          <p:cNvPr id="9027" name="Rectangle 9026"/>
          <p:cNvSpPr/>
          <p:nvPr/>
        </p:nvSpPr>
        <p:spPr>
          <a:xfrm>
            <a:off x="4663440" y="3200400"/>
            <a:ext cx="402336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28" name="TextBox 9027"/>
          <p:cNvSpPr txBox="1"/>
          <p:nvPr/>
        </p:nvSpPr>
        <p:spPr>
          <a:xfrm>
            <a:off x="4800600" y="3200400"/>
            <a:ext cx="3749039" cy="868680"/>
          </a:xfrm>
          <a:prstGeom prst="rect">
            <a:avLst/>
          </a:prstGeom>
          <a:noFill/>
        </p:spPr>
        <p:txBody>
          <a:bodyPr wrap="square" anchor="ctr" lIns="0" rIns="0" tIns="0" bIns="0">
            <a:spAutoFit/>
          </a:bodyPr>
          <a:lstStyle/>
          <a:p>
            <a:pPr algn="l">
              <a:lnSpc>
                <a:spcPct val="112000"/>
              </a:lnSpc>
              <a:spcAft>
                <a:spcPts val="0"/>
              </a:spcAft>
            </a:pPr>
            <a:r>
              <a:rPr sz="1050" b="0" i="0">
                <a:solidFill>
                  <a:srgbClr val="000000"/>
                </a:solidFill>
                <a:latin typeface="Arial"/>
              </a:rPr>
              <a:t>A push during a live video stream is deferred until the download can share the heap, then proceeds with the stream still playing.</a:t>
            </a:r>
          </a:p>
        </p:txBody>
      </p:sp>
      <p:sp>
        <p:nvSpPr>
          <p:cNvPr id="9029" name="TextBox 9028"/>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Lab A: Find your board in the cloud (5 min)</a:t>
            </a:r>
          </a:p>
        </p:txBody>
      </p:sp>
      <p:sp>
        <p:nvSpPr>
          <p:cNvPr id="9000" name="Slide Number Placeholder"/>
          <p:cNvSpPr>
            <a:spLocks noGrp="1"/>
          </p:cNvSpPr>
          <p:nvPr>
            <p:ph type="sldNum" sz="quarter" idx="4"/>
          </p:nvPr>
        </p:nvSpPr>
        <p:spPr/>
        <p:txBody>
          <a:bodyPr/>
          <a:lstStyle/>
          <a:p>
            <a:fld id="{FAB348C0-E5F1-40E0-9768-4371AC84FF9C}" type="slidenum">
              <a:rPr lang="en-US"/>
              <a:t>1</a:t>
            </a:fld>
          </a:p>
        </p:txBody>
      </p:sp>
      <p:sp>
        <p:nvSpPr>
          <p:cNvPr id="9001" name="TextBox 9000"/>
          <p:cNvSpPr txBox="1"/>
          <p:nvPr/>
        </p:nvSpPr>
        <p:spPr>
          <a:xfrm>
            <a:off x="457200" y="1005840"/>
            <a:ext cx="4023360" cy="2743200"/>
          </a:xfrm>
          <a:prstGeom prst="rect">
            <a:avLst/>
          </a:prstGeom>
          <a:noFill/>
        </p:spPr>
        <p:txBody>
          <a:bodyPr wrap="square" anchor="t" lIns="0" rIns="0" tIns="0" bIns="0">
            <a:spAutoFit/>
          </a:bodyPr>
          <a:lstStyle/>
          <a:p>
            <a:pPr algn="l" marL="146304" indent="-146304">
              <a:lnSpc>
                <a:spcPct val="112000"/>
              </a:lnSpc>
              <a:spcAft>
                <a:spcPts val="700"/>
              </a:spcAft>
              <a:buClr>
                <a:srgbClr val="41C363"/>
              </a:buClr>
              <a:buFont typeface="Arial"/>
              <a:buAutoNum type="arabicPeriod"/>
            </a:pPr>
            <a:r>
              <a:rPr sz="1250" b="0" i="0">
                <a:solidFill>
                  <a:srgbClr val="000000"/>
                </a:solidFill>
                <a:latin typeface="Arial"/>
              </a:rPr>
              <a:t>Board plugged in: Ethernet, then USB-C. Give it 30 seconds.</a:t>
            </a:r>
          </a:p>
          <a:p>
            <a:pPr algn="l" marL="146304" indent="-146304">
              <a:lnSpc>
                <a:spcPct val="112000"/>
              </a:lnSpc>
              <a:spcAft>
                <a:spcPts val="700"/>
              </a:spcAft>
              <a:buClr>
                <a:srgbClr val="41C363"/>
              </a:buClr>
              <a:buFont typeface="Arial"/>
              <a:buAutoNum type="arabicPeriod"/>
            </a:pPr>
            <a:r>
              <a:rPr sz="1250" b="0" i="0">
                <a:solidFill>
                  <a:srgbClr val="000000"/>
                </a:solidFill>
                <a:latin typeface="Arial"/>
              </a:rPr>
              <a:t>Sign in at console.iotconnect.io with the login on your seat card.</a:t>
            </a:r>
          </a:p>
          <a:p>
            <a:pPr algn="l" marL="146304" indent="-146304">
              <a:lnSpc>
                <a:spcPct val="112000"/>
              </a:lnSpc>
              <a:spcAft>
                <a:spcPts val="700"/>
              </a:spcAft>
              <a:buClr>
                <a:srgbClr val="41C363"/>
              </a:buClr>
              <a:buFont typeface="Arial"/>
              <a:buAutoNum type="arabicPeriod"/>
            </a:pPr>
            <a:r>
              <a:rPr sz="1250" b="0" i="0">
                <a:solidFill>
                  <a:srgbClr val="000000"/>
                </a:solidFill>
                <a:latin typeface="Arial"/>
              </a:rPr>
              <a:t>Open Dashboards and pick the one named with your seat, for example Seat 07.</a:t>
            </a:r>
          </a:p>
          <a:p>
            <a:pPr algn="l" marL="146304" indent="-146304">
              <a:lnSpc>
                <a:spcPct val="112000"/>
              </a:lnSpc>
              <a:spcAft>
                <a:spcPts val="700"/>
              </a:spcAft>
              <a:buClr>
                <a:srgbClr val="41C363"/>
              </a:buClr>
              <a:buFont typeface="Arial"/>
              <a:buAutoNum type="arabicPeriod"/>
            </a:pPr>
            <a:r>
              <a:rPr sz="1250" b="0" i="0">
                <a:solidFill>
                  <a:srgbClr val="000000"/>
                </a:solidFill>
                <a:latin typeface="Arial"/>
              </a:rPr>
              <a:t>Confirm the values on the right. Your board is talking to the cloud.</a:t>
            </a:r>
          </a:p>
          <a:p>
            <a:pPr algn="l" marL="146304" indent="-146304">
              <a:lnSpc>
                <a:spcPct val="112000"/>
              </a:lnSpc>
              <a:spcAft>
                <a:spcPts val="700"/>
              </a:spcAft>
              <a:buClr>
                <a:srgbClr val="41C363"/>
              </a:buClr>
              <a:buFont typeface="Arial"/>
              <a:buAutoNum type="arabicPeriod"/>
            </a:pPr>
            <a:r>
              <a:rPr sz="1250" b="0" i="0">
                <a:solidFill>
                  <a:srgbClr val="000000"/>
                </a:solidFill>
                <a:latin typeface="Arial"/>
              </a:rPr>
              <a:t>Optional: a serial terminal at 230400 on the board's USB port shows the log.</a:t>
            </a:r>
          </a:p>
        </p:txBody>
      </p:sp>
      <p:sp>
        <p:nvSpPr>
          <p:cNvPr id="9002" name="TextBox 9001"/>
          <p:cNvSpPr txBox="1"/>
          <p:nvPr/>
        </p:nvSpPr>
        <p:spPr>
          <a:xfrm>
            <a:off x="4754880" y="960120"/>
            <a:ext cx="3931920" cy="228600"/>
          </a:xfrm>
          <a:prstGeom prst="rect">
            <a:avLst/>
          </a:prstGeom>
          <a:noFill/>
        </p:spPr>
        <p:txBody>
          <a:bodyPr wrap="square" anchor="t" lIns="0" rIns="0" tIns="0" bIns="0">
            <a:spAutoFit/>
          </a:bodyPr>
          <a:lstStyle/>
          <a:p>
            <a:pPr algn="l">
              <a:lnSpc>
                <a:spcPct val="110000"/>
              </a:lnSpc>
              <a:spcAft>
                <a:spcPts val="0"/>
              </a:spcAft>
            </a:pPr>
            <a:r>
              <a:rPr sz="1000" b="1" i="0">
                <a:solidFill>
                  <a:srgbClr val="41C363"/>
                </a:solidFill>
                <a:latin typeface="Arial"/>
              </a:rPr>
              <a:t>WHAT YOUR DASHBOARD SHOWS RIGHT NOW</a:t>
            </a:r>
          </a:p>
        </p:txBody>
      </p:sp>
      <p:graphicFrame>
        <p:nvGraphicFramePr>
          <p:cNvPr id="9003" name="Table 9002"/>
          <p:cNvGraphicFramePr>
            <a:graphicFrameLocks noGrp="1"/>
          </p:cNvGraphicFramePr>
          <p:nvPr/>
        </p:nvGraphicFramePr>
        <p:xfrm>
          <a:off x="4754880" y="1207008"/>
          <a:ext cx="3931920" cy="2194560"/>
        </p:xfrm>
        <a:graphic>
          <a:graphicData uri="http://schemas.openxmlformats.org/drawingml/2006/table">
            <a:tbl>
              <a:tblPr firstRow="1">
                <a:tableStyleId>{5C22544A-7EE6-4342-B048-85BDC9FD1C3A}</a:tableStyleId>
              </a:tblPr>
              <a:tblGrid>
                <a:gridCol w="1554480"/>
                <a:gridCol w="2377440"/>
              </a:tblGrid>
              <a:tr h="365760">
                <a:tc>
                  <a:txBody>
                    <a:bodyPr wrap="square"/>
                    <a:lstStyle/>
                    <a:p>
                      <a:pPr algn="l"/>
                      <a:r>
                        <a:rPr sz="1100" b="1" i="0">
                          <a:solidFill>
                            <a:srgbClr val="FFFFFF"/>
                          </a:solidFill>
                          <a:latin typeface="Arial"/>
                        </a:rPr>
                        <a:t>Widget</a:t>
                      </a:r>
                    </a:p>
                  </a:txBody>
                  <a:tcPr marL="64008" marR="64008" marT="27432" marB="27432" anchor="ctr">
                    <a:solidFill>
                      <a:srgbClr val="000000"/>
                    </a:solidFill>
                  </a:tcPr>
                </a:tc>
                <a:tc>
                  <a:txBody>
                    <a:bodyPr wrap="square"/>
                    <a:lstStyle/>
                    <a:p>
                      <a:pPr algn="l"/>
                      <a:r>
                        <a:rPr sz="1100" b="1" i="0">
                          <a:solidFill>
                            <a:srgbClr val="FFFFFF"/>
                          </a:solidFill>
                          <a:latin typeface="Arial"/>
                        </a:rPr>
                        <a:t>Value</a:t>
                      </a:r>
                    </a:p>
                  </a:txBody>
                  <a:tcPr marL="64008" marR="64008" marT="27432" marB="27432" anchor="ctr">
                    <a:solidFill>
                      <a:srgbClr val="000000"/>
                    </a:solidFill>
                  </a:tcPr>
                </a:tc>
              </a:tr>
              <a:tr h="365760">
                <a:tc>
                  <a:txBody>
                    <a:bodyPr wrap="square"/>
                    <a:lstStyle/>
                    <a:p>
                      <a:pPr algn="l"/>
                      <a:r>
                        <a:rPr sz="1100" b="1" i="0">
                          <a:solidFill>
                            <a:srgbClr val="000000"/>
                          </a:solidFill>
                          <a:latin typeface="Arial"/>
                        </a:rPr>
                        <a:t>Device status</a:t>
                      </a:r>
                    </a:p>
                  </a:txBody>
                  <a:tcPr marL="64008" marR="64008" marT="27432" marB="27432" anchor="ctr">
                    <a:solidFill>
                      <a:srgbClr val="FFFFFF"/>
                    </a:solidFill>
                  </a:tcPr>
                </a:tc>
                <a:tc>
                  <a:txBody>
                    <a:bodyPr wrap="square"/>
                    <a:lstStyle/>
                    <a:p>
                      <a:pPr algn="l"/>
                      <a:r>
                        <a:rPr sz="1100" b="0" i="0">
                          <a:solidFill>
                            <a:srgbClr val="000000"/>
                          </a:solidFill>
                          <a:latin typeface="Arial"/>
                        </a:rPr>
                        <a:t>Connected</a:t>
                      </a:r>
                    </a:p>
                  </a:txBody>
                  <a:tcPr marL="64008" marR="64008" marT="27432" marB="27432" anchor="ctr">
                    <a:solidFill>
                      <a:srgbClr val="FFFFFF"/>
                    </a:solidFill>
                  </a:tcPr>
                </a:tc>
              </a:tr>
              <a:tr h="365760">
                <a:tc>
                  <a:txBody>
                    <a:bodyPr wrap="square"/>
                    <a:lstStyle/>
                    <a:p>
                      <a:pPr algn="l"/>
                      <a:r>
                        <a:rPr sz="1100" b="1" i="0">
                          <a:solidFill>
                            <a:srgbClr val="000000"/>
                          </a:solidFill>
                          <a:latin typeface="Arial"/>
                        </a:rPr>
                        <a:t>Camera FPS</a:t>
                      </a:r>
                    </a:p>
                  </a:txBody>
                  <a:tcPr marL="64008" marR="64008" marT="27432" marB="27432" anchor="ctr">
                    <a:solidFill>
                      <a:srgbClr val="F2F2F2"/>
                    </a:solidFill>
                  </a:tcPr>
                </a:tc>
                <a:tc>
                  <a:txBody>
                    <a:bodyPr wrap="square"/>
                    <a:lstStyle/>
                    <a:p>
                      <a:pPr algn="l"/>
                      <a:r>
                        <a:rPr sz="1100" b="0" i="0">
                          <a:solidFill>
                            <a:srgbClr val="000000"/>
                          </a:solidFill>
                          <a:latin typeface="Arial"/>
                        </a:rPr>
                        <a:t>55</a:t>
                      </a:r>
                    </a:p>
                  </a:txBody>
                  <a:tcPr marL="64008" marR="64008" marT="27432" marB="27432" anchor="ctr">
                    <a:solidFill>
                      <a:srgbClr val="F2F2F2"/>
                    </a:solidFill>
                  </a:tcPr>
                </a:tc>
              </a:tr>
              <a:tr h="365760">
                <a:tc>
                  <a:txBody>
                    <a:bodyPr wrap="square"/>
                    <a:lstStyle/>
                    <a:p>
                      <a:pPr algn="l"/>
                      <a:r>
                        <a:rPr sz="1100" b="1" i="0">
                          <a:solidFill>
                            <a:srgbClr val="000000"/>
                          </a:solidFill>
                          <a:latin typeface="Arial"/>
                        </a:rPr>
                        <a:t>Uptime (s)</a:t>
                      </a:r>
                    </a:p>
                  </a:txBody>
                  <a:tcPr marL="64008" marR="64008" marT="27432" marB="27432" anchor="ctr">
                    <a:solidFill>
                      <a:srgbClr val="FFFFFF"/>
                    </a:solidFill>
                  </a:tcPr>
                </a:tc>
                <a:tc>
                  <a:txBody>
                    <a:bodyPr wrap="square"/>
                    <a:lstStyle/>
                    <a:p>
                      <a:pPr algn="l"/>
                      <a:r>
                        <a:rPr sz="1100" b="0" i="0">
                          <a:solidFill>
                            <a:srgbClr val="000000"/>
                          </a:solidFill>
                          <a:latin typeface="Arial"/>
                        </a:rPr>
                        <a:t>counting up</a:t>
                      </a:r>
                    </a:p>
                  </a:txBody>
                  <a:tcPr marL="64008" marR="64008" marT="27432" marB="27432" anchor="ctr">
                    <a:solidFill>
                      <a:srgbClr val="FFFFFF"/>
                    </a:solidFill>
                  </a:tcPr>
                </a:tc>
              </a:tr>
              <a:tr h="365760">
                <a:tc>
                  <a:txBody>
                    <a:bodyPr wrap="square"/>
                    <a:lstStyle/>
                    <a:p>
                      <a:pPr algn="l"/>
                      <a:r>
                        <a:rPr sz="1100" b="1" i="0">
                          <a:solidFill>
                            <a:srgbClr val="000000"/>
                          </a:solidFill>
                          <a:latin typeface="Arial"/>
                        </a:rPr>
                        <a:t>Active Model</a:t>
                      </a:r>
                    </a:p>
                  </a:txBody>
                  <a:tcPr marL="64008" marR="64008" marT="27432" marB="27432" anchor="ctr">
                    <a:solidFill>
                      <a:srgbClr val="F2F2F2"/>
                    </a:solidFill>
                  </a:tcPr>
                </a:tc>
                <a:tc>
                  <a:txBody>
                    <a:bodyPr wrap="square"/>
                    <a:lstStyle/>
                    <a:p>
                      <a:pPr algn="l"/>
                      <a:r>
                        <a:rPr sz="1100" b="0" i="0">
                          <a:solidFill>
                            <a:srgbClr val="000000"/>
                          </a:solidFill>
                          <a:latin typeface="Arial"/>
                        </a:rPr>
                        <a:t>empty: no model yet</a:t>
                      </a:r>
                    </a:p>
                  </a:txBody>
                  <a:tcPr marL="64008" marR="64008" marT="27432" marB="27432" anchor="ctr">
                    <a:solidFill>
                      <a:srgbClr val="F2F2F2"/>
                    </a:solidFill>
                  </a:tcPr>
                </a:tc>
              </a:tr>
              <a:tr h="365760">
                <a:tc>
                  <a:txBody>
                    <a:bodyPr wrap="square"/>
                    <a:lstStyle/>
                    <a:p>
                      <a:pPr algn="l"/>
                      <a:r>
                        <a:rPr sz="1100" b="1" i="0">
                          <a:solidFill>
                            <a:srgbClr val="000000"/>
                          </a:solidFill>
                          <a:latin typeface="Arial"/>
                        </a:rPr>
                        <a:t>NPU Inference Time</a:t>
                      </a:r>
                    </a:p>
                  </a:txBody>
                  <a:tcPr marL="64008" marR="64008" marT="27432" marB="27432" anchor="ctr">
                    <a:solidFill>
                      <a:srgbClr val="FFFFFF"/>
                    </a:solidFill>
                  </a:tcPr>
                </a:tc>
                <a:tc>
                  <a:txBody>
                    <a:bodyPr wrap="square"/>
                    <a:lstStyle/>
                    <a:p>
                      <a:pPr algn="l"/>
                      <a:r>
                        <a:rPr sz="1100" b="0" i="0">
                          <a:solidFill>
                            <a:srgbClr val="000000"/>
                          </a:solidFill>
                          <a:latin typeface="Arial"/>
                        </a:rPr>
                        <a:t>0: inference is idle</a:t>
                      </a:r>
                    </a:p>
                  </a:txBody>
                  <a:tcPr marL="64008" marR="64008" marT="27432" marB="27432" anchor="ctr">
                    <a:solidFill>
                      <a:srgbClr val="FFFFFF"/>
                    </a:solidFill>
                  </a:tcPr>
                </a:tc>
              </a:tr>
            </a:tbl>
          </a:graphicData>
        </a:graphic>
      </p:graphicFrame>
      <p:sp>
        <p:nvSpPr>
          <p:cNvPr id="9004" name="Rectangle 9003"/>
          <p:cNvSpPr/>
          <p:nvPr/>
        </p:nvSpPr>
        <p:spPr>
          <a:xfrm>
            <a:off x="457200" y="3977639"/>
            <a:ext cx="8229600" cy="548640"/>
          </a:xfrm>
          <a:prstGeom prst="rect">
            <a:avLst/>
          </a:prstGeom>
          <a:solidFill>
            <a:srgbClr val="E6F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5" name="TextBox 9004"/>
          <p:cNvSpPr txBox="1"/>
          <p:nvPr/>
        </p:nvSpPr>
        <p:spPr>
          <a:xfrm>
            <a:off x="603504" y="3977639"/>
            <a:ext cx="7936992" cy="548640"/>
          </a:xfrm>
          <a:prstGeom prst="rect">
            <a:avLst/>
          </a:prstGeom>
          <a:noFill/>
        </p:spPr>
        <p:txBody>
          <a:bodyPr wrap="square" anchor="ctr" lIns="0" rIns="0" tIns="0" bIns="0">
            <a:spAutoFit/>
          </a:bodyPr>
          <a:lstStyle/>
          <a:p>
            <a:pPr algn="l">
              <a:lnSpc>
                <a:spcPct val="110000"/>
              </a:lnSpc>
              <a:spcAft>
                <a:spcPts val="0"/>
              </a:spcAft>
            </a:pPr>
            <a:r>
              <a:rPr sz="1100" b="1" i="0">
                <a:solidFill>
                  <a:srgbClr val="368748"/>
                </a:solidFill>
                <a:latin typeface="Arial"/>
              </a:rPr>
              <a:t>Checkpoint: </a:t>
            </a:r>
            <a:r>
              <a:rPr sz="1100" b="0" i="0">
                <a:solidFill>
                  <a:srgbClr val="000000"/>
                </a:solidFill>
                <a:latin typeface="Arial"/>
              </a:rPr>
              <a:t>your dashboard shows Connected, Camera FPS 55 and Uptime counting. Inference at zero is expected: you push the first model next.</a:t>
            </a:r>
          </a:p>
        </p:txBody>
      </p:sp>
      <p:sp>
        <p:nvSpPr>
          <p:cNvPr id="9006" name="TextBox 9005"/>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Lab B: Your first push (15 min)</a:t>
            </a:r>
          </a:p>
        </p:txBody>
      </p:sp>
      <p:sp>
        <p:nvSpPr>
          <p:cNvPr id="9000" name="Slide Number Placeholder"/>
          <p:cNvSpPr>
            <a:spLocks noGrp="1"/>
          </p:cNvSpPr>
          <p:nvPr>
            <p:ph type="sldNum" sz="quarter" idx="4"/>
          </p:nvPr>
        </p:nvSpPr>
        <p:spPr/>
        <p:txBody>
          <a:bodyPr/>
          <a:lstStyle/>
          <a:p>
            <a:fld id="{EEFB8A2C-4E28-4860-8CF0-2788745AE9E4}" type="slidenum">
              <a:rPr lang="en-US"/>
              <a:t>1</a:t>
            </a:fld>
          </a:p>
        </p:txBody>
      </p:sp>
      <p:sp>
        <p:nvSpPr>
          <p:cNvPr id="9001" name="Rectangle 9000"/>
          <p:cNvSpPr/>
          <p:nvPr/>
        </p:nvSpPr>
        <p:spPr>
          <a:xfrm>
            <a:off x="457200" y="1005840"/>
            <a:ext cx="2606040" cy="1600200"/>
          </a:xfrm>
          <a:prstGeom prst="rect">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2" name="TextBox 9001"/>
          <p:cNvSpPr txBox="1"/>
          <p:nvPr/>
        </p:nvSpPr>
        <p:spPr>
          <a:xfrm>
            <a:off x="566928" y="1115568"/>
            <a:ext cx="2386584" cy="274320"/>
          </a:xfrm>
          <a:prstGeom prst="rect">
            <a:avLst/>
          </a:prstGeom>
          <a:noFill/>
        </p:spPr>
        <p:txBody>
          <a:bodyPr wrap="square" anchor="t" lIns="0" rIns="0" tIns="0" bIns="0">
            <a:spAutoFit/>
          </a:bodyPr>
          <a:lstStyle/>
          <a:p>
            <a:pPr algn="l">
              <a:lnSpc>
                <a:spcPct val="110000"/>
              </a:lnSpc>
              <a:spcAft>
                <a:spcPts val="0"/>
              </a:spcAft>
            </a:pPr>
            <a:r>
              <a:rPr sz="1250" b="1" i="0">
                <a:solidFill>
                  <a:srgbClr val="FFFFFF"/>
                </a:solidFill>
                <a:latin typeface="Arial"/>
              </a:rPr>
              <a:t>1  Deploy Face Detect</a:t>
            </a:r>
          </a:p>
        </p:txBody>
      </p:sp>
      <p:sp>
        <p:nvSpPr>
          <p:cNvPr id="9003" name="TextBox 9002"/>
          <p:cNvSpPr txBox="1"/>
          <p:nvPr/>
        </p:nvSpPr>
        <p:spPr>
          <a:xfrm>
            <a:off x="566928" y="1425057"/>
            <a:ext cx="2386584" cy="1071254"/>
          </a:xfrm>
          <a:prstGeom prst="rect">
            <a:avLst/>
          </a:prstGeom>
          <a:noFill/>
        </p:spPr>
        <p:txBody>
          <a:bodyPr wrap="square" anchor="t" lIns="0" rIns="0" tIns="0" bIns="0">
            <a:spAutoFit/>
          </a:bodyPr>
          <a:lstStyle/>
          <a:p>
            <a:pPr algn="l">
              <a:lnSpc>
                <a:spcPct val="110000"/>
              </a:lnSpc>
              <a:spcAft>
                <a:spcPts val="300"/>
              </a:spcAft>
            </a:pPr>
            <a:r>
              <a:rPr sz="1050" b="0" i="0">
                <a:solidFill>
                  <a:srgbClr val="FFFFFF"/>
                </a:solidFill>
                <a:latin typeface="Arial"/>
              </a:rPr>
              <a:t>AI Models, open RA8P1 Face Detect, choose Deploy, select your device (ek-ra8p1-NN) only, and dispatch.</a:t>
            </a:r>
          </a:p>
        </p:txBody>
      </p:sp>
      <p:sp>
        <p:nvSpPr>
          <p:cNvPr id="9004" name="Rectangle 9003"/>
          <p:cNvSpPr/>
          <p:nvPr/>
        </p:nvSpPr>
        <p:spPr>
          <a:xfrm>
            <a:off x="3268980" y="1005840"/>
            <a:ext cx="2606040" cy="160020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5" name="TextBox 9004"/>
          <p:cNvSpPr txBox="1"/>
          <p:nvPr/>
        </p:nvSpPr>
        <p:spPr>
          <a:xfrm>
            <a:off x="3378708" y="1115568"/>
            <a:ext cx="2386584" cy="274320"/>
          </a:xfrm>
          <a:prstGeom prst="rect">
            <a:avLst/>
          </a:prstGeom>
          <a:noFill/>
        </p:spPr>
        <p:txBody>
          <a:bodyPr wrap="square" anchor="t" lIns="0" rIns="0" tIns="0" bIns="0">
            <a:spAutoFit/>
          </a:bodyPr>
          <a:lstStyle/>
          <a:p>
            <a:pPr algn="l">
              <a:lnSpc>
                <a:spcPct val="110000"/>
              </a:lnSpc>
              <a:spcAft>
                <a:spcPts val="0"/>
              </a:spcAft>
            </a:pPr>
            <a:r>
              <a:rPr sz="1250" b="1" i="0">
                <a:solidFill>
                  <a:srgbClr val="41C363"/>
                </a:solidFill>
                <a:latin typeface="Arial"/>
              </a:rPr>
              <a:t>2  Watch it land</a:t>
            </a:r>
          </a:p>
        </p:txBody>
      </p:sp>
      <p:sp>
        <p:nvSpPr>
          <p:cNvPr id="9006" name="TextBox 9005"/>
          <p:cNvSpPr txBox="1"/>
          <p:nvPr/>
        </p:nvSpPr>
        <p:spPr>
          <a:xfrm>
            <a:off x="3378708" y="1425057"/>
            <a:ext cx="2386584" cy="1071254"/>
          </a:xfrm>
          <a:prstGeom prst="rect">
            <a:avLst/>
          </a:prstGeom>
          <a:noFill/>
        </p:spPr>
        <p:txBody>
          <a:bodyPr wrap="square" anchor="t" lIns="0" rIns="0" tIns="0" bIns="0">
            <a:spAutoFit/>
          </a:bodyPr>
          <a:lstStyle/>
          <a:p>
            <a:pPr algn="l">
              <a:lnSpc>
                <a:spcPct val="110000"/>
              </a:lnSpc>
              <a:spcAft>
                <a:spcPts val="300"/>
              </a:spcAft>
            </a:pPr>
            <a:r>
              <a:rPr sz="1050" b="0" i="0">
                <a:solidFill>
                  <a:srgbClr val="000000"/>
                </a:solidFill>
                <a:latin typeface="Arial"/>
              </a:rPr>
              <a:t>Within seconds: Active Model reads face-v3, Model Source says cloud, NPU Inference Time about 5,800 µs. Step in front of the camera: FACE DETECTED, boxes on the LCD.</a:t>
            </a:r>
          </a:p>
        </p:txBody>
      </p:sp>
      <p:sp>
        <p:nvSpPr>
          <p:cNvPr id="9007" name="Rectangle 9006"/>
          <p:cNvSpPr/>
          <p:nvPr/>
        </p:nvSpPr>
        <p:spPr>
          <a:xfrm>
            <a:off x="6080760" y="1005840"/>
            <a:ext cx="2606040" cy="160020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8" name="TextBox 9007"/>
          <p:cNvSpPr txBox="1"/>
          <p:nvPr/>
        </p:nvSpPr>
        <p:spPr>
          <a:xfrm>
            <a:off x="6190488" y="1115568"/>
            <a:ext cx="2386584" cy="274320"/>
          </a:xfrm>
          <a:prstGeom prst="rect">
            <a:avLst/>
          </a:prstGeom>
          <a:noFill/>
        </p:spPr>
        <p:txBody>
          <a:bodyPr wrap="square" anchor="t" lIns="0" rIns="0" tIns="0" bIns="0">
            <a:spAutoFit/>
          </a:bodyPr>
          <a:lstStyle/>
          <a:p>
            <a:pPr algn="l">
              <a:lnSpc>
                <a:spcPct val="110000"/>
              </a:lnSpc>
              <a:spcAft>
                <a:spcPts val="0"/>
              </a:spcAft>
            </a:pPr>
            <a:r>
              <a:rPr sz="1250" b="1" i="0">
                <a:solidFill>
                  <a:srgbClr val="41C363"/>
                </a:solidFill>
                <a:latin typeface="Arial"/>
              </a:rPr>
              <a:t>3  Take Snapshot</a:t>
            </a:r>
          </a:p>
        </p:txBody>
      </p:sp>
      <p:sp>
        <p:nvSpPr>
          <p:cNvPr id="9009" name="TextBox 9008"/>
          <p:cNvSpPr txBox="1"/>
          <p:nvPr/>
        </p:nvSpPr>
        <p:spPr>
          <a:xfrm>
            <a:off x="6190488" y="1425057"/>
            <a:ext cx="2386584" cy="1071254"/>
          </a:xfrm>
          <a:prstGeom prst="rect">
            <a:avLst/>
          </a:prstGeom>
          <a:noFill/>
        </p:spPr>
        <p:txBody>
          <a:bodyPr wrap="square" anchor="t" lIns="0" rIns="0" tIns="0" bIns="0">
            <a:spAutoFit/>
          </a:bodyPr>
          <a:lstStyle/>
          <a:p>
            <a:pPr algn="l">
              <a:lnSpc>
                <a:spcPct val="110000"/>
              </a:lnSpc>
              <a:spcAft>
                <a:spcPts val="300"/>
              </a:spcAft>
            </a:pPr>
            <a:r>
              <a:rPr sz="1050" b="0" i="0">
                <a:solidFill>
                  <a:srgbClr val="000000"/>
                </a:solidFill>
                <a:latin typeface="Arial"/>
              </a:rPr>
              <a:t>Press Take Snapshot on the dashboard. About 10 seconds later the Latest Snapshot widget shows the photo with the box drawn on it.</a:t>
            </a:r>
          </a:p>
        </p:txBody>
      </p:sp>
      <p:sp>
        <p:nvSpPr>
          <p:cNvPr id="9010" name="TextBox 9009"/>
          <p:cNvSpPr txBox="1"/>
          <p:nvPr/>
        </p:nvSpPr>
        <p:spPr>
          <a:xfrm>
            <a:off x="457200" y="2724912"/>
            <a:ext cx="8229600" cy="228600"/>
          </a:xfrm>
          <a:prstGeom prst="rect">
            <a:avLst/>
          </a:prstGeom>
          <a:noFill/>
        </p:spPr>
        <p:txBody>
          <a:bodyPr wrap="square" anchor="t" lIns="0" rIns="0" tIns="0" bIns="0">
            <a:spAutoFit/>
          </a:bodyPr>
          <a:lstStyle/>
          <a:p>
            <a:pPr algn="l">
              <a:lnSpc>
                <a:spcPct val="110000"/>
              </a:lnSpc>
              <a:spcAft>
                <a:spcPts val="0"/>
              </a:spcAft>
            </a:pPr>
            <a:r>
              <a:rPr sz="1000" b="1" i="0">
                <a:solidFill>
                  <a:srgbClr val="41C363"/>
                </a:solidFill>
                <a:latin typeface="Arial"/>
              </a:rPr>
              <a:t>IF YOU HAVE THE SERIAL CONSOLE OPEN, THIS IS WHAT ARRIVES</a:t>
            </a:r>
          </a:p>
        </p:txBody>
      </p:sp>
      <p:sp>
        <p:nvSpPr>
          <p:cNvPr id="9011" name="Rectangle 9010"/>
          <p:cNvSpPr/>
          <p:nvPr/>
        </p:nvSpPr>
        <p:spPr>
          <a:xfrm>
            <a:off x="457200" y="2944368"/>
            <a:ext cx="8229600" cy="960120"/>
          </a:xfrm>
          <a:prstGeom prst="rect">
            <a:avLst/>
          </a:prstGeom>
          <a:solidFill>
            <a:srgbClr val="1E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2" name="TextBox 9011"/>
          <p:cNvSpPr txBox="1"/>
          <p:nvPr/>
        </p:nvSpPr>
        <p:spPr>
          <a:xfrm>
            <a:off x="585216" y="3035808"/>
            <a:ext cx="7973568" cy="777240"/>
          </a:xfrm>
          <a:prstGeom prst="rect">
            <a:avLst/>
          </a:prstGeom>
          <a:noFill/>
        </p:spPr>
        <p:txBody>
          <a:bodyPr wrap="square" anchor="t" lIns="0" rIns="0" tIns="0" bIns="0">
            <a:spAutoFit/>
          </a:bodyPr>
          <a:lstStyle/>
          <a:p>
            <a:pPr algn="l">
              <a:lnSpc>
                <a:spcPct val="115000"/>
              </a:lnSpc>
              <a:spcAft>
                <a:spcPts val="100"/>
              </a:spcAft>
            </a:pPr>
            <a:r>
              <a:rPr sz="900" b="0" i="0">
                <a:solidFill>
                  <a:srgbClr val="EAEEF0"/>
                </a:solidFill>
                <a:latin typeface="Courier New"/>
              </a:rPr>
              <a:t>IOTC: model downloaded (441248 bytes)</a:t>
            </a:r>
          </a:p>
          <a:p>
            <a:pPr algn="l">
              <a:lnSpc>
                <a:spcPct val="115000"/>
              </a:lnSpc>
              <a:spcAft>
                <a:spcPts val="100"/>
              </a:spcAft>
            </a:pPr>
            <a:r>
              <a:rPr sz="900" b="0" i="0">
                <a:solidFill>
                  <a:srgbClr val="EAEEF0"/>
                </a:solidFill>
                <a:latin typeface="Courier New"/>
              </a:rPr>
              <a:t>FD: hot-swapping to model "face-v3" v3 (441088 bytes)</a:t>
            </a:r>
          </a:p>
          <a:p>
            <a:pPr algn="l">
              <a:lnSpc>
                <a:spcPct val="115000"/>
              </a:lnSpc>
              <a:spcAft>
                <a:spcPts val="100"/>
              </a:spcAft>
            </a:pPr>
            <a:r>
              <a:rPr sz="900" b="0" i="0">
                <a:solidFill>
                  <a:srgbClr val="EAEEF0"/>
                </a:solidFill>
                <a:latin typeface="Courier New"/>
              </a:rPr>
              <a:t>FD: model "face-v3" v3 (</a:t>
            </a:r>
            <a:r>
              <a:rPr sz="900" b="1" i="0">
                <a:solidFill>
                  <a:srgbClr val="41C363"/>
                </a:solidFill>
                <a:latin typeface="Courier New"/>
              </a:rPr>
              <a:t>cloud</a:t>
            </a:r>
            <a:r>
              <a:rPr sz="900" b="0" i="0">
                <a:solidFill>
                  <a:srgbClr val="EAEEF0"/>
                </a:solidFill>
                <a:latin typeface="Courier New"/>
              </a:rPr>
              <a:t>, 441088 bytes) loaded: face detector, ethos-u: yes</a:t>
            </a:r>
          </a:p>
          <a:p>
            <a:pPr algn="l">
              <a:lnSpc>
                <a:spcPct val="115000"/>
              </a:lnSpc>
              <a:spcAft>
                <a:spcPts val="100"/>
              </a:spcAft>
            </a:pPr>
            <a:r>
              <a:rPr sz="900" b="0" i="0">
                <a:solidFill>
                  <a:srgbClr val="EAEEF0"/>
                </a:solidFill>
                <a:latin typeface="Courier New"/>
              </a:rPr>
              <a:t>FD: model persisted to OSPI flash store</a:t>
            </a:r>
          </a:p>
        </p:txBody>
      </p:sp>
      <p:sp>
        <p:nvSpPr>
          <p:cNvPr id="9013" name="Rectangle 9012"/>
          <p:cNvSpPr/>
          <p:nvPr/>
        </p:nvSpPr>
        <p:spPr>
          <a:xfrm>
            <a:off x="457200" y="3977639"/>
            <a:ext cx="8229600" cy="548640"/>
          </a:xfrm>
          <a:prstGeom prst="rect">
            <a:avLst/>
          </a:prstGeom>
          <a:solidFill>
            <a:srgbClr val="E6F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4" name="TextBox 9013"/>
          <p:cNvSpPr txBox="1"/>
          <p:nvPr/>
        </p:nvSpPr>
        <p:spPr>
          <a:xfrm>
            <a:off x="603504" y="3977639"/>
            <a:ext cx="7936992" cy="548640"/>
          </a:xfrm>
          <a:prstGeom prst="rect">
            <a:avLst/>
          </a:prstGeom>
          <a:noFill/>
        </p:spPr>
        <p:txBody>
          <a:bodyPr wrap="square" anchor="ctr" lIns="0" rIns="0" tIns="0" bIns="0">
            <a:spAutoFit/>
          </a:bodyPr>
          <a:lstStyle/>
          <a:p>
            <a:pPr algn="l">
              <a:lnSpc>
                <a:spcPct val="110000"/>
              </a:lnSpc>
              <a:spcAft>
                <a:spcPts val="0"/>
              </a:spcAft>
            </a:pPr>
            <a:r>
              <a:rPr sz="1100" b="1" i="0">
                <a:solidFill>
                  <a:srgbClr val="368748"/>
                </a:solidFill>
                <a:latin typeface="Arial"/>
              </a:rPr>
              <a:t>Checkpoint: </a:t>
            </a:r>
            <a:r>
              <a:rPr sz="1100" b="0" i="0">
                <a:solidFill>
                  <a:srgbClr val="000000"/>
                </a:solidFill>
                <a:latin typeface="Arial"/>
              </a:rPr>
              <a:t>Active Model reads face-v3, inference is about 5,800 µs, Uptime never reset, and a snapshot with a box around your face is on your dashboard.</a:t>
            </a:r>
          </a:p>
        </p:txBody>
      </p:sp>
      <p:sp>
        <p:nvSpPr>
          <p:cNvPr id="9015" name="TextBox 9014"/>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The model library, registered and ready to deploy</a:t>
            </a:r>
          </a:p>
        </p:txBody>
      </p:sp>
      <p:sp>
        <p:nvSpPr>
          <p:cNvPr id="9000" name="Slide Number Placeholder"/>
          <p:cNvSpPr>
            <a:spLocks noGrp="1"/>
          </p:cNvSpPr>
          <p:nvPr>
            <p:ph type="sldNum" sz="quarter" idx="4"/>
          </p:nvPr>
        </p:nvSpPr>
        <p:spPr/>
        <p:txBody>
          <a:bodyPr/>
          <a:lstStyle/>
          <a:p>
            <a:fld id="{B1E6C235-94C9-443F-AD76-87AD7B1BBEA8}" type="slidenum">
              <a:rPr lang="en-US"/>
              <a:t>1</a:t>
            </a:fld>
          </a:p>
        </p:txBody>
      </p:sp>
      <p:graphicFrame>
        <p:nvGraphicFramePr>
          <p:cNvPr id="9001" name="Table 9000"/>
          <p:cNvGraphicFramePr>
            <a:graphicFrameLocks noGrp="1"/>
          </p:cNvGraphicFramePr>
          <p:nvPr/>
        </p:nvGraphicFramePr>
        <p:xfrm>
          <a:off x="457200" y="1005840"/>
          <a:ext cx="8229600" cy="2084832"/>
        </p:xfrm>
        <a:graphic>
          <a:graphicData uri="http://schemas.openxmlformats.org/drawingml/2006/table">
            <a:tbl>
              <a:tblPr firstRow="1">
                <a:tableStyleId>{5C22544A-7EE6-4342-B048-85BDC9FD1C3A}</a:tableStyleId>
              </a:tblPr>
              <a:tblGrid>
                <a:gridCol w="2377440"/>
                <a:gridCol w="2834640"/>
                <a:gridCol w="1188720"/>
                <a:gridCol w="914400"/>
                <a:gridCol w="914400"/>
              </a:tblGrid>
              <a:tr h="347472">
                <a:tc>
                  <a:txBody>
                    <a:bodyPr wrap="square"/>
                    <a:lstStyle/>
                    <a:p>
                      <a:pPr algn="l"/>
                      <a:r>
                        <a:rPr sz="1050" b="1" i="0">
                          <a:solidFill>
                            <a:srgbClr val="FFFFFF"/>
                          </a:solidFill>
                          <a:latin typeface="Arial"/>
                        </a:rPr>
                        <a:t>In AI Models</a:t>
                      </a:r>
                    </a:p>
                  </a:txBody>
                  <a:tcPr marL="64008" marR="64008" marT="27432" marB="27432" anchor="ctr">
                    <a:solidFill>
                      <a:srgbClr val="000000"/>
                    </a:solidFill>
                  </a:tcPr>
                </a:tc>
                <a:tc>
                  <a:txBody>
                    <a:bodyPr wrap="square"/>
                    <a:lstStyle/>
                    <a:p>
                      <a:pPr algn="l"/>
                      <a:r>
                        <a:rPr sz="1050" b="1" i="0">
                          <a:solidFill>
                            <a:srgbClr val="FFFFFF"/>
                          </a:solidFill>
                          <a:latin typeface="Arial"/>
                        </a:rPr>
                        <a:t>What the board becomes</a:t>
                      </a:r>
                    </a:p>
                  </a:txBody>
                  <a:tcPr marL="64008" marR="64008" marT="27432" marB="27432" anchor="ctr">
                    <a:solidFill>
                      <a:srgbClr val="000000"/>
                    </a:solidFill>
                  </a:tcPr>
                </a:tc>
                <a:tc>
                  <a:txBody>
                    <a:bodyPr wrap="square"/>
                    <a:lstStyle/>
                    <a:p>
                      <a:pPr algn="l"/>
                      <a:r>
                        <a:rPr sz="1050" b="1" i="0">
                          <a:solidFill>
                            <a:srgbClr val="FFFFFF"/>
                          </a:solidFill>
                          <a:latin typeface="Arial"/>
                        </a:rPr>
                        <a:t>Input</a:t>
                      </a:r>
                    </a:p>
                  </a:txBody>
                  <a:tcPr marL="64008" marR="64008" marT="27432" marB="27432" anchor="ctr">
                    <a:solidFill>
                      <a:srgbClr val="000000"/>
                    </a:solidFill>
                  </a:tcPr>
                </a:tc>
                <a:tc>
                  <a:txBody>
                    <a:bodyPr wrap="square"/>
                    <a:lstStyle/>
                    <a:p>
                      <a:pPr algn="r"/>
                      <a:r>
                        <a:rPr sz="1050" b="1" i="0">
                          <a:solidFill>
                            <a:srgbClr val="FFFFFF"/>
                          </a:solidFill>
                          <a:latin typeface="Arial"/>
                        </a:rPr>
                        <a:t>Inference</a:t>
                      </a:r>
                    </a:p>
                  </a:txBody>
                  <a:tcPr marL="64008" marR="64008" marT="27432" marB="27432" anchor="ctr">
                    <a:solidFill>
                      <a:srgbClr val="000000"/>
                    </a:solidFill>
                  </a:tcPr>
                </a:tc>
                <a:tc>
                  <a:txBody>
                    <a:bodyPr wrap="square"/>
                    <a:lstStyle/>
                    <a:p>
                      <a:pPr algn="r"/>
                      <a:r>
                        <a:rPr sz="1050" b="1" i="0">
                          <a:solidFill>
                            <a:srgbClr val="FFFFFF"/>
                          </a:solidFill>
                          <a:latin typeface="Arial"/>
                        </a:rPr>
                        <a:t>Size</a:t>
                      </a:r>
                    </a:p>
                  </a:txBody>
                  <a:tcPr marL="64008" marR="64008" marT="27432" marB="27432" anchor="ctr">
                    <a:solidFill>
                      <a:srgbClr val="000000"/>
                    </a:solidFill>
                  </a:tcPr>
                </a:tc>
              </a:tr>
              <a:tr h="347472">
                <a:tc>
                  <a:txBody>
                    <a:bodyPr wrap="square"/>
                    <a:lstStyle/>
                    <a:p>
                      <a:pPr algn="l"/>
                      <a:r>
                        <a:rPr sz="1050" b="1" i="0">
                          <a:solidFill>
                            <a:srgbClr val="000000"/>
                          </a:solidFill>
                          <a:latin typeface="Arial"/>
                        </a:rPr>
                        <a:t>RA8P1 Face Detect</a:t>
                      </a:r>
                    </a:p>
                  </a:txBody>
                  <a:tcPr marL="64008" marR="64008" marT="27432" marB="27432" anchor="ctr">
                    <a:solidFill>
                      <a:srgbClr val="FFFFFF"/>
                    </a:solidFill>
                  </a:tcPr>
                </a:tc>
                <a:tc>
                  <a:txBody>
                    <a:bodyPr wrap="square"/>
                    <a:lstStyle/>
                    <a:p>
                      <a:pPr algn="l"/>
                      <a:r>
                        <a:rPr sz="1050" b="0" i="0">
                          <a:solidFill>
                            <a:srgbClr val="000000"/>
                          </a:solidFill>
                          <a:latin typeface="Arial"/>
                        </a:rPr>
                        <a:t>Face detector with boxes (YOLO Fastest)</a:t>
                      </a:r>
                    </a:p>
                  </a:txBody>
                  <a:tcPr marL="64008" marR="64008" marT="27432" marB="27432" anchor="ctr">
                    <a:solidFill>
                      <a:srgbClr val="FFFFFF"/>
                    </a:solidFill>
                  </a:tcPr>
                </a:tc>
                <a:tc>
                  <a:txBody>
                    <a:bodyPr wrap="square"/>
                    <a:lstStyle/>
                    <a:p>
                      <a:pPr algn="l"/>
                      <a:r>
                        <a:rPr sz="1050" b="0" i="0">
                          <a:solidFill>
                            <a:srgbClr val="000000"/>
                          </a:solidFill>
                          <a:latin typeface="Arial"/>
                        </a:rPr>
                        <a:t>192×192 gray</a:t>
                      </a:r>
                    </a:p>
                  </a:txBody>
                  <a:tcPr marL="64008" marR="64008" marT="27432" marB="27432" anchor="ctr">
                    <a:solidFill>
                      <a:srgbClr val="FFFFFF"/>
                    </a:solidFill>
                  </a:tcPr>
                </a:tc>
                <a:tc>
                  <a:txBody>
                    <a:bodyPr wrap="square"/>
                    <a:lstStyle/>
                    <a:p>
                      <a:pPr algn="r"/>
                      <a:r>
                        <a:rPr sz="1050" b="0" i="0">
                          <a:solidFill>
                            <a:srgbClr val="000000"/>
                          </a:solidFill>
                          <a:latin typeface="Arial"/>
                        </a:rPr>
                        <a:t>5.8 ms</a:t>
                      </a:r>
                    </a:p>
                  </a:txBody>
                  <a:tcPr marL="64008" marR="64008" marT="27432" marB="27432" anchor="ctr">
                    <a:solidFill>
                      <a:srgbClr val="FFFFFF"/>
                    </a:solidFill>
                  </a:tcPr>
                </a:tc>
                <a:tc>
                  <a:txBody>
                    <a:bodyPr wrap="square"/>
                    <a:lstStyle/>
                    <a:p>
                      <a:pPr algn="r"/>
                      <a:r>
                        <a:rPr sz="1050" b="0" i="0">
                          <a:solidFill>
                            <a:srgbClr val="000000"/>
                          </a:solidFill>
                          <a:latin typeface="Arial"/>
                        </a:rPr>
                        <a:t>441 KB</a:t>
                      </a:r>
                    </a:p>
                  </a:txBody>
                  <a:tcPr marL="64008" marR="64008" marT="27432" marB="27432" anchor="ctr">
                    <a:solidFill>
                      <a:srgbClr val="FFFFFF"/>
                    </a:solidFill>
                  </a:tcPr>
                </a:tc>
              </a:tr>
              <a:tr h="347472">
                <a:tc>
                  <a:txBody>
                    <a:bodyPr wrap="square"/>
                    <a:lstStyle/>
                    <a:p>
                      <a:pPr algn="l"/>
                      <a:r>
                        <a:rPr sz="1050" b="1" i="0">
                          <a:solidFill>
                            <a:srgbClr val="000000"/>
                          </a:solidFill>
                          <a:latin typeface="Arial"/>
                        </a:rPr>
                        <a:t>RA8P1 Person Detect</a:t>
                      </a:r>
                    </a:p>
                  </a:txBody>
                  <a:tcPr marL="64008" marR="64008" marT="27432" marB="27432" anchor="ctr">
                    <a:solidFill>
                      <a:srgbClr val="F2F2F2"/>
                    </a:solidFill>
                  </a:tcPr>
                </a:tc>
                <a:tc>
                  <a:txBody>
                    <a:bodyPr wrap="square"/>
                    <a:lstStyle/>
                    <a:p>
                      <a:pPr algn="l"/>
                      <a:r>
                        <a:rPr sz="1050" b="0" i="0">
                          <a:solidFill>
                            <a:srgbClr val="000000"/>
                          </a:solidFill>
                          <a:latin typeface="Arial"/>
                        </a:rPr>
                        <a:t>Occupancy sensor: person present or absent</a:t>
                      </a:r>
                    </a:p>
                  </a:txBody>
                  <a:tcPr marL="64008" marR="64008" marT="27432" marB="27432" anchor="ctr">
                    <a:solidFill>
                      <a:srgbClr val="F2F2F2"/>
                    </a:solidFill>
                  </a:tcPr>
                </a:tc>
                <a:tc>
                  <a:txBody>
                    <a:bodyPr wrap="square"/>
                    <a:lstStyle/>
                    <a:p>
                      <a:pPr algn="l"/>
                      <a:r>
                        <a:rPr sz="1050" b="0" i="0">
                          <a:solidFill>
                            <a:srgbClr val="000000"/>
                          </a:solidFill>
                          <a:latin typeface="Arial"/>
                        </a:rPr>
                        <a:t>96×96 gray</a:t>
                      </a:r>
                    </a:p>
                  </a:txBody>
                  <a:tcPr marL="64008" marR="64008" marT="27432" marB="27432" anchor="ctr">
                    <a:solidFill>
                      <a:srgbClr val="F2F2F2"/>
                    </a:solidFill>
                  </a:tcPr>
                </a:tc>
                <a:tc>
                  <a:txBody>
                    <a:bodyPr wrap="square"/>
                    <a:lstStyle/>
                    <a:p>
                      <a:pPr algn="r"/>
                      <a:r>
                        <a:rPr sz="1050" b="0" i="0">
                          <a:solidFill>
                            <a:srgbClr val="000000"/>
                          </a:solidFill>
                          <a:latin typeface="Arial"/>
                        </a:rPr>
                        <a:t>1.5 ms</a:t>
                      </a:r>
                    </a:p>
                  </a:txBody>
                  <a:tcPr marL="64008" marR="64008" marT="27432" marB="27432" anchor="ctr">
                    <a:solidFill>
                      <a:srgbClr val="F2F2F2"/>
                    </a:solidFill>
                  </a:tcPr>
                </a:tc>
                <a:tc>
                  <a:txBody>
                    <a:bodyPr wrap="square"/>
                    <a:lstStyle/>
                    <a:p>
                      <a:pPr algn="r"/>
                      <a:r>
                        <a:rPr sz="1050" b="0" i="0">
                          <a:solidFill>
                            <a:srgbClr val="000000"/>
                          </a:solidFill>
                          <a:latin typeface="Arial"/>
                        </a:rPr>
                        <a:t>240 KB</a:t>
                      </a:r>
                    </a:p>
                  </a:txBody>
                  <a:tcPr marL="64008" marR="64008" marT="27432" marB="27432" anchor="ctr">
                    <a:solidFill>
                      <a:srgbClr val="F2F2F2"/>
                    </a:solidFill>
                  </a:tcPr>
                </a:tc>
              </a:tr>
              <a:tr h="347472">
                <a:tc>
                  <a:txBody>
                    <a:bodyPr wrap="square"/>
                    <a:lstStyle/>
                    <a:p>
                      <a:pPr algn="l"/>
                      <a:r>
                        <a:rPr sz="1050" b="1" i="0">
                          <a:solidFill>
                            <a:srgbClr val="000000"/>
                          </a:solidFill>
                          <a:latin typeface="Arial"/>
                        </a:rPr>
                        <a:t>RA8P1 ImageNet Classifier 0.25</a:t>
                      </a:r>
                    </a:p>
                  </a:txBody>
                  <a:tcPr marL="64008" marR="64008" marT="27432" marB="27432" anchor="ctr">
                    <a:solidFill>
                      <a:srgbClr val="FFFFFF"/>
                    </a:solidFill>
                  </a:tcPr>
                </a:tc>
                <a:tc>
                  <a:txBody>
                    <a:bodyPr wrap="square"/>
                    <a:lstStyle/>
                    <a:p>
                      <a:pPr algn="l"/>
                      <a:r>
                        <a:rPr sz="1050" b="0" i="0">
                          <a:solidFill>
                            <a:srgbClr val="000000"/>
                          </a:solidFill>
                          <a:latin typeface="Arial"/>
                        </a:rPr>
                        <a:t>1000-class classifier, speed tier</a:t>
                      </a:r>
                    </a:p>
                  </a:txBody>
                  <a:tcPr marL="64008" marR="64008" marT="27432" marB="27432" anchor="ctr">
                    <a:solidFill>
                      <a:srgbClr val="FFFFFF"/>
                    </a:solidFill>
                  </a:tcPr>
                </a:tc>
                <a:tc>
                  <a:txBody>
                    <a:bodyPr wrap="square"/>
                    <a:lstStyle/>
                    <a:p>
                      <a:pPr algn="l"/>
                      <a:r>
                        <a:rPr sz="1050" b="0" i="0">
                          <a:solidFill>
                            <a:srgbClr val="000000"/>
                          </a:solidFill>
                          <a:latin typeface="Arial"/>
                        </a:rPr>
                        <a:t>224×224 RGB</a:t>
                      </a:r>
                    </a:p>
                  </a:txBody>
                  <a:tcPr marL="64008" marR="64008" marT="27432" marB="27432" anchor="ctr">
                    <a:solidFill>
                      <a:srgbClr val="FFFFFF"/>
                    </a:solidFill>
                  </a:tcPr>
                </a:tc>
                <a:tc>
                  <a:txBody>
                    <a:bodyPr wrap="square"/>
                    <a:lstStyle/>
                    <a:p>
                      <a:pPr algn="r"/>
                      <a:r>
                        <a:rPr sz="1050" b="0" i="0">
                          <a:solidFill>
                            <a:srgbClr val="000000"/>
                          </a:solidFill>
                          <a:latin typeface="Arial"/>
                        </a:rPr>
                        <a:t>4.5 ms</a:t>
                      </a:r>
                    </a:p>
                  </a:txBody>
                  <a:tcPr marL="64008" marR="64008" marT="27432" marB="27432" anchor="ctr">
                    <a:solidFill>
                      <a:srgbClr val="FFFFFF"/>
                    </a:solidFill>
                  </a:tcPr>
                </a:tc>
                <a:tc>
                  <a:txBody>
                    <a:bodyPr wrap="square"/>
                    <a:lstStyle/>
                    <a:p>
                      <a:pPr algn="r"/>
                      <a:r>
                        <a:rPr sz="1050" b="0" i="0">
                          <a:solidFill>
                            <a:srgbClr val="000000"/>
                          </a:solidFill>
                          <a:latin typeface="Arial"/>
                        </a:rPr>
                        <a:t>432 KB</a:t>
                      </a:r>
                    </a:p>
                  </a:txBody>
                  <a:tcPr marL="64008" marR="64008" marT="27432" marB="27432" anchor="ctr">
                    <a:solidFill>
                      <a:srgbClr val="FFFFFF"/>
                    </a:solidFill>
                  </a:tcPr>
                </a:tc>
              </a:tr>
              <a:tr h="347472">
                <a:tc>
                  <a:txBody>
                    <a:bodyPr wrap="square"/>
                    <a:lstStyle/>
                    <a:p>
                      <a:pPr algn="l"/>
                      <a:r>
                        <a:rPr sz="1050" b="1" i="0">
                          <a:solidFill>
                            <a:srgbClr val="000000"/>
                          </a:solidFill>
                          <a:latin typeface="Arial"/>
                        </a:rPr>
                        <a:t>RA8P1 ImageNet Classifier 0.5</a:t>
                      </a:r>
                    </a:p>
                  </a:txBody>
                  <a:tcPr marL="64008" marR="64008" marT="27432" marB="27432" anchor="ctr">
                    <a:solidFill>
                      <a:srgbClr val="F2F2F2"/>
                    </a:solidFill>
                  </a:tcPr>
                </a:tc>
                <a:tc>
                  <a:txBody>
                    <a:bodyPr wrap="square"/>
                    <a:lstStyle/>
                    <a:p>
                      <a:pPr algn="l"/>
                      <a:r>
                        <a:rPr sz="1050" b="0" i="0">
                          <a:solidFill>
                            <a:srgbClr val="000000"/>
                          </a:solidFill>
                          <a:latin typeface="Arial"/>
                        </a:rPr>
                        <a:t>1000-class classifier, mid tier</a:t>
                      </a:r>
                    </a:p>
                  </a:txBody>
                  <a:tcPr marL="64008" marR="64008" marT="27432" marB="27432" anchor="ctr">
                    <a:solidFill>
                      <a:srgbClr val="F2F2F2"/>
                    </a:solidFill>
                  </a:tcPr>
                </a:tc>
                <a:tc>
                  <a:txBody>
                    <a:bodyPr wrap="square"/>
                    <a:lstStyle/>
                    <a:p>
                      <a:pPr algn="l"/>
                      <a:r>
                        <a:rPr sz="1050" b="0" i="0">
                          <a:solidFill>
                            <a:srgbClr val="000000"/>
                          </a:solidFill>
                          <a:latin typeface="Arial"/>
                        </a:rPr>
                        <a:t>224×224 RGB</a:t>
                      </a:r>
                    </a:p>
                  </a:txBody>
                  <a:tcPr marL="64008" marR="64008" marT="27432" marB="27432" anchor="ctr">
                    <a:solidFill>
                      <a:srgbClr val="F2F2F2"/>
                    </a:solidFill>
                  </a:tcPr>
                </a:tc>
                <a:tc>
                  <a:txBody>
                    <a:bodyPr wrap="square"/>
                    <a:lstStyle/>
                    <a:p>
                      <a:pPr algn="r"/>
                      <a:r>
                        <a:rPr sz="1050" b="0" i="0">
                          <a:solidFill>
                            <a:srgbClr val="000000"/>
                          </a:solidFill>
                          <a:latin typeface="Arial"/>
                        </a:rPr>
                        <a:t>9 ms</a:t>
                      </a:r>
                    </a:p>
                  </a:txBody>
                  <a:tcPr marL="64008" marR="64008" marT="27432" marB="27432" anchor="ctr">
                    <a:solidFill>
                      <a:srgbClr val="F2F2F2"/>
                    </a:solidFill>
                  </a:tcPr>
                </a:tc>
                <a:tc>
                  <a:txBody>
                    <a:bodyPr wrap="square"/>
                    <a:lstStyle/>
                    <a:p>
                      <a:pPr algn="r"/>
                      <a:r>
                        <a:rPr sz="1050" b="0" i="0">
                          <a:solidFill>
                            <a:srgbClr val="000000"/>
                          </a:solidFill>
                          <a:latin typeface="Arial"/>
                        </a:rPr>
                        <a:t>1.1 MB</a:t>
                      </a:r>
                    </a:p>
                  </a:txBody>
                  <a:tcPr marL="64008" marR="64008" marT="27432" marB="27432" anchor="ctr">
                    <a:solidFill>
                      <a:srgbClr val="F2F2F2"/>
                    </a:solidFill>
                  </a:tcPr>
                </a:tc>
              </a:tr>
              <a:tr h="347472">
                <a:tc>
                  <a:txBody>
                    <a:bodyPr wrap="square"/>
                    <a:lstStyle/>
                    <a:p>
                      <a:pPr algn="l"/>
                      <a:r>
                        <a:rPr sz="1050" b="1" i="0">
                          <a:solidFill>
                            <a:srgbClr val="000000"/>
                          </a:solidFill>
                          <a:latin typeface="Arial"/>
                        </a:rPr>
                        <a:t>RA8P1 ImageNet Classifier v2</a:t>
                      </a:r>
                    </a:p>
                  </a:txBody>
                  <a:tcPr marL="64008" marR="64008" marT="27432" marB="27432" anchor="ctr">
                    <a:solidFill>
                      <a:srgbClr val="FFFFFF"/>
                    </a:solidFill>
                  </a:tcPr>
                </a:tc>
                <a:tc>
                  <a:txBody>
                    <a:bodyPr wrap="square"/>
                    <a:lstStyle/>
                    <a:p>
                      <a:pPr algn="l"/>
                      <a:r>
                        <a:rPr sz="1050" b="0" i="0">
                          <a:solidFill>
                            <a:srgbClr val="000000"/>
                          </a:solidFill>
                          <a:latin typeface="Arial"/>
                        </a:rPr>
                        <a:t>1000-class classifier, accuracy tier</a:t>
                      </a:r>
                    </a:p>
                  </a:txBody>
                  <a:tcPr marL="64008" marR="64008" marT="27432" marB="27432" anchor="ctr">
                    <a:solidFill>
                      <a:srgbClr val="FFFFFF"/>
                    </a:solidFill>
                  </a:tcPr>
                </a:tc>
                <a:tc>
                  <a:txBody>
                    <a:bodyPr wrap="square"/>
                    <a:lstStyle/>
                    <a:p>
                      <a:pPr algn="l"/>
                      <a:r>
                        <a:rPr sz="1050" b="0" i="0">
                          <a:solidFill>
                            <a:srgbClr val="000000"/>
                          </a:solidFill>
                          <a:latin typeface="Arial"/>
                        </a:rPr>
                        <a:t>224×224 RGB</a:t>
                      </a:r>
                    </a:p>
                  </a:txBody>
                  <a:tcPr marL="64008" marR="64008" marT="27432" marB="27432" anchor="ctr">
                    <a:solidFill>
                      <a:srgbClr val="FFFFFF"/>
                    </a:solidFill>
                  </a:tcPr>
                </a:tc>
                <a:tc>
                  <a:txBody>
                    <a:bodyPr wrap="square"/>
                    <a:lstStyle/>
                    <a:p>
                      <a:pPr algn="r"/>
                      <a:r>
                        <a:rPr sz="1050" b="0" i="0">
                          <a:solidFill>
                            <a:srgbClr val="000000"/>
                          </a:solidFill>
                          <a:latin typeface="Arial"/>
                        </a:rPr>
                        <a:t>40 ms</a:t>
                      </a:r>
                    </a:p>
                  </a:txBody>
                  <a:tcPr marL="64008" marR="64008" marT="27432" marB="27432" anchor="ctr">
                    <a:solidFill>
                      <a:srgbClr val="FFFFFF"/>
                    </a:solidFill>
                  </a:tcPr>
                </a:tc>
                <a:tc>
                  <a:txBody>
                    <a:bodyPr wrap="square"/>
                    <a:lstStyle/>
                    <a:p>
                      <a:pPr algn="r"/>
                      <a:r>
                        <a:rPr sz="1050" b="0" i="0">
                          <a:solidFill>
                            <a:srgbClr val="000000"/>
                          </a:solidFill>
                          <a:latin typeface="Arial"/>
                        </a:rPr>
                        <a:t>3.1 MB</a:t>
                      </a:r>
                    </a:p>
                  </a:txBody>
                  <a:tcPr marL="64008" marR="64008" marT="27432" marB="27432" anchor="ctr">
                    <a:solidFill>
                      <a:srgbClr val="FFFFFF"/>
                    </a:solidFill>
                  </a:tcPr>
                </a:tc>
              </a:tr>
            </a:tbl>
          </a:graphicData>
        </a:graphic>
      </p:graphicFrame>
      <p:sp>
        <p:nvSpPr>
          <p:cNvPr id="9002" name="Rectangle 9001"/>
          <p:cNvSpPr/>
          <p:nvPr/>
        </p:nvSpPr>
        <p:spPr>
          <a:xfrm>
            <a:off x="457200" y="3291840"/>
            <a:ext cx="402336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3" name="TextBox 9002"/>
          <p:cNvSpPr txBox="1"/>
          <p:nvPr/>
        </p:nvSpPr>
        <p:spPr>
          <a:xfrm>
            <a:off x="594360" y="3291840"/>
            <a:ext cx="3749039" cy="868680"/>
          </a:xfrm>
          <a:prstGeom prst="rect">
            <a:avLst/>
          </a:prstGeom>
          <a:noFill/>
        </p:spPr>
        <p:txBody>
          <a:bodyPr wrap="square" anchor="ctr" lIns="0" rIns="0" tIns="0" bIns="0">
            <a:spAutoFit/>
          </a:bodyPr>
          <a:lstStyle/>
          <a:p>
            <a:pPr algn="l">
              <a:lnSpc>
                <a:spcPct val="112000"/>
              </a:lnSpc>
              <a:spcAft>
                <a:spcPts val="0"/>
              </a:spcAft>
            </a:pPr>
            <a:r>
              <a:rPr sz="1050" b="0" i="0">
                <a:solidFill>
                  <a:srgbClr val="000000"/>
                </a:solidFill>
                <a:latin typeface="Arial"/>
              </a:rPr>
              <a:t>The camera delivers a frame every 18 ms. Every model here is faster than that: the NPU is never the bottleneck, even at 40 ms with frame skipping.</a:t>
            </a:r>
          </a:p>
        </p:txBody>
      </p:sp>
      <p:sp>
        <p:nvSpPr>
          <p:cNvPr id="9004" name="Rectangle 9003"/>
          <p:cNvSpPr/>
          <p:nvPr/>
        </p:nvSpPr>
        <p:spPr>
          <a:xfrm>
            <a:off x="4663440" y="3291840"/>
            <a:ext cx="402336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5" name="TextBox 9004"/>
          <p:cNvSpPr txBox="1"/>
          <p:nvPr/>
        </p:nvSpPr>
        <p:spPr>
          <a:xfrm>
            <a:off x="4800600" y="3291840"/>
            <a:ext cx="3749039" cy="868680"/>
          </a:xfrm>
          <a:prstGeom prst="rect">
            <a:avLst/>
          </a:prstGeom>
          <a:noFill/>
        </p:spPr>
        <p:txBody>
          <a:bodyPr wrap="square" anchor="ctr" lIns="0" rIns="0" tIns="0" bIns="0">
            <a:spAutoFit/>
          </a:bodyPr>
          <a:lstStyle/>
          <a:p>
            <a:pPr algn="l">
              <a:lnSpc>
                <a:spcPct val="112000"/>
              </a:lnSpc>
              <a:spcAft>
                <a:spcPts val="0"/>
              </a:spcAft>
            </a:pPr>
            <a:r>
              <a:rPr sz="1050" b="0" i="0">
                <a:solidFill>
                  <a:srgbClr val="000000"/>
                </a:solidFill>
                <a:latin typeface="Arial"/>
              </a:rPr>
              <a:t>Classifier v2 is roughly seven times the face detector's size and workload. That is the one to push while you watch the inference chart.</a:t>
            </a:r>
          </a:p>
        </p:txBody>
      </p:sp>
      <p:sp>
        <p:nvSpPr>
          <p:cNvPr id="9006" name="TextBox 9005"/>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Lab C: Re-task the device, then prove it (15 min)</a:t>
            </a:r>
          </a:p>
        </p:txBody>
      </p:sp>
      <p:sp>
        <p:nvSpPr>
          <p:cNvPr id="9000" name="Slide Number Placeholder"/>
          <p:cNvSpPr>
            <a:spLocks noGrp="1"/>
          </p:cNvSpPr>
          <p:nvPr>
            <p:ph type="sldNum" sz="quarter" idx="4"/>
          </p:nvPr>
        </p:nvSpPr>
        <p:spPr/>
        <p:txBody>
          <a:bodyPr/>
          <a:lstStyle/>
          <a:p>
            <a:fld id="{A5A4C878-D2F8-4C17-A71D-09A1B276819E}" type="slidenum">
              <a:rPr lang="en-US"/>
              <a:t>1</a:t>
            </a:fld>
          </a:p>
        </p:txBody>
      </p:sp>
      <p:sp>
        <p:nvSpPr>
          <p:cNvPr id="9001" name="Rectangle 9000"/>
          <p:cNvSpPr/>
          <p:nvPr/>
        </p:nvSpPr>
        <p:spPr>
          <a:xfrm>
            <a:off x="457200" y="1005840"/>
            <a:ext cx="5212080" cy="530352"/>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2" name="TextBox 9001"/>
          <p:cNvSpPr txBox="1"/>
          <p:nvPr/>
        </p:nvSpPr>
        <p:spPr>
          <a:xfrm>
            <a:off x="566928" y="1005840"/>
            <a:ext cx="457200" cy="530352"/>
          </a:xfrm>
          <a:prstGeom prst="rect">
            <a:avLst/>
          </a:prstGeom>
          <a:noFill/>
        </p:spPr>
        <p:txBody>
          <a:bodyPr wrap="square" anchor="ctr" lIns="0" rIns="0" tIns="0" bIns="0">
            <a:spAutoFit/>
          </a:bodyPr>
          <a:lstStyle/>
          <a:p>
            <a:pPr algn="l">
              <a:lnSpc>
                <a:spcPct val="110000"/>
              </a:lnSpc>
              <a:spcAft>
                <a:spcPts val="0"/>
              </a:spcAft>
            </a:pPr>
            <a:r>
              <a:rPr sz="1400" b="1" i="0">
                <a:solidFill>
                  <a:srgbClr val="41C363"/>
                </a:solidFill>
                <a:latin typeface="Arial"/>
              </a:rPr>
              <a:t>C1</a:t>
            </a:r>
          </a:p>
        </p:txBody>
      </p:sp>
      <p:sp>
        <p:nvSpPr>
          <p:cNvPr id="9003" name="TextBox 9002"/>
          <p:cNvSpPr txBox="1"/>
          <p:nvPr/>
        </p:nvSpPr>
        <p:spPr>
          <a:xfrm>
            <a:off x="1024128" y="1005840"/>
            <a:ext cx="4553712" cy="530352"/>
          </a:xfrm>
          <a:prstGeom prst="rect">
            <a:avLst/>
          </a:prstGeom>
          <a:noFill/>
        </p:spPr>
        <p:txBody>
          <a:bodyPr wrap="square" anchor="ctr" lIns="0" rIns="0" tIns="0" bIns="0">
            <a:spAutoFit/>
          </a:bodyPr>
          <a:lstStyle/>
          <a:p>
            <a:pPr algn="l">
              <a:lnSpc>
                <a:spcPct val="108000"/>
              </a:lnSpc>
              <a:spcAft>
                <a:spcPts val="0"/>
              </a:spcAft>
            </a:pPr>
            <a:r>
              <a:rPr sz="1000" b="1" i="0">
                <a:solidFill>
                  <a:srgbClr val="000000"/>
                </a:solidFill>
                <a:latin typeface="Arial"/>
              </a:rPr>
              <a:t>Deploy ImageNet Classifier v2 (3.1 MB). </a:t>
            </a:r>
            <a:r>
              <a:rPr sz="1000" b="0" i="0">
                <a:solidFill>
                  <a:srgbClr val="000000"/>
                </a:solidFill>
                <a:latin typeface="Arial"/>
              </a:rPr>
              <a:t>Hold up a mug, a banana, a bottle. The inference chart steps to about 40 ms. Uptime keeps counting.</a:t>
            </a:r>
          </a:p>
        </p:txBody>
      </p:sp>
      <p:sp>
        <p:nvSpPr>
          <p:cNvPr id="9004" name="Rectangle 9003"/>
          <p:cNvSpPr/>
          <p:nvPr/>
        </p:nvSpPr>
        <p:spPr>
          <a:xfrm>
            <a:off x="457200" y="1609344"/>
            <a:ext cx="5212080" cy="530352"/>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5" name="TextBox 9004"/>
          <p:cNvSpPr txBox="1"/>
          <p:nvPr/>
        </p:nvSpPr>
        <p:spPr>
          <a:xfrm>
            <a:off x="566928" y="1609344"/>
            <a:ext cx="457200" cy="530352"/>
          </a:xfrm>
          <a:prstGeom prst="rect">
            <a:avLst/>
          </a:prstGeom>
          <a:noFill/>
        </p:spPr>
        <p:txBody>
          <a:bodyPr wrap="square" anchor="ctr" lIns="0" rIns="0" tIns="0" bIns="0">
            <a:spAutoFit/>
          </a:bodyPr>
          <a:lstStyle/>
          <a:p>
            <a:pPr algn="l">
              <a:lnSpc>
                <a:spcPct val="110000"/>
              </a:lnSpc>
              <a:spcAft>
                <a:spcPts val="0"/>
              </a:spcAft>
            </a:pPr>
            <a:r>
              <a:rPr sz="1400" b="1" i="0">
                <a:solidFill>
                  <a:srgbClr val="41C363"/>
                </a:solidFill>
                <a:latin typeface="Arial"/>
              </a:rPr>
              <a:t>C2</a:t>
            </a:r>
          </a:p>
        </p:txBody>
      </p:sp>
      <p:sp>
        <p:nvSpPr>
          <p:cNvPr id="9006" name="TextBox 9005"/>
          <p:cNvSpPr txBox="1"/>
          <p:nvPr/>
        </p:nvSpPr>
        <p:spPr>
          <a:xfrm>
            <a:off x="1024128" y="1609344"/>
            <a:ext cx="4553712" cy="530352"/>
          </a:xfrm>
          <a:prstGeom prst="rect">
            <a:avLst/>
          </a:prstGeom>
          <a:noFill/>
        </p:spPr>
        <p:txBody>
          <a:bodyPr wrap="square" anchor="ctr" lIns="0" rIns="0" tIns="0" bIns="0">
            <a:spAutoFit/>
          </a:bodyPr>
          <a:lstStyle/>
          <a:p>
            <a:pPr algn="l">
              <a:lnSpc>
                <a:spcPct val="108000"/>
              </a:lnSpc>
              <a:spcAft>
                <a:spcPts val="0"/>
              </a:spcAft>
            </a:pPr>
            <a:r>
              <a:rPr sz="1000" b="1" i="0">
                <a:solidFill>
                  <a:srgbClr val="000000"/>
                </a:solidFill>
                <a:latin typeface="Arial"/>
              </a:rPr>
              <a:t>Deploy Person Detect. </a:t>
            </a:r>
            <a:r>
              <a:rPr sz="1000" b="0" i="0">
                <a:solidFill>
                  <a:srgbClr val="000000"/>
                </a:solidFill>
                <a:latin typeface="Arial"/>
              </a:rPr>
              <a:t>Walk out of frame and back. PERSON PRESENT, NO PERSON, inference about 1.5 ms.</a:t>
            </a:r>
          </a:p>
        </p:txBody>
      </p:sp>
      <p:sp>
        <p:nvSpPr>
          <p:cNvPr id="9007" name="Rectangle 9006"/>
          <p:cNvSpPr/>
          <p:nvPr/>
        </p:nvSpPr>
        <p:spPr>
          <a:xfrm>
            <a:off x="457200" y="2212848"/>
            <a:ext cx="5212080" cy="530352"/>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8" name="TextBox 9007"/>
          <p:cNvSpPr txBox="1"/>
          <p:nvPr/>
        </p:nvSpPr>
        <p:spPr>
          <a:xfrm>
            <a:off x="566928" y="2212848"/>
            <a:ext cx="457200" cy="530352"/>
          </a:xfrm>
          <a:prstGeom prst="rect">
            <a:avLst/>
          </a:prstGeom>
          <a:noFill/>
        </p:spPr>
        <p:txBody>
          <a:bodyPr wrap="square" anchor="ctr" lIns="0" rIns="0" tIns="0" bIns="0">
            <a:spAutoFit/>
          </a:bodyPr>
          <a:lstStyle/>
          <a:p>
            <a:pPr algn="l">
              <a:lnSpc>
                <a:spcPct val="110000"/>
              </a:lnSpc>
              <a:spcAft>
                <a:spcPts val="0"/>
              </a:spcAft>
            </a:pPr>
            <a:r>
              <a:rPr sz="1400" b="1" i="0">
                <a:solidFill>
                  <a:srgbClr val="41C363"/>
                </a:solidFill>
                <a:latin typeface="Arial"/>
              </a:rPr>
              <a:t>C3</a:t>
            </a:r>
          </a:p>
        </p:txBody>
      </p:sp>
      <p:sp>
        <p:nvSpPr>
          <p:cNvPr id="9009" name="TextBox 9008"/>
          <p:cNvSpPr txBox="1"/>
          <p:nvPr/>
        </p:nvSpPr>
        <p:spPr>
          <a:xfrm>
            <a:off x="1024128" y="2212848"/>
            <a:ext cx="4553712" cy="530352"/>
          </a:xfrm>
          <a:prstGeom prst="rect">
            <a:avLst/>
          </a:prstGeom>
          <a:noFill/>
        </p:spPr>
        <p:txBody>
          <a:bodyPr wrap="square" anchor="ctr" lIns="0" rIns="0" tIns="0" bIns="0">
            <a:spAutoFit/>
          </a:bodyPr>
          <a:lstStyle/>
          <a:p>
            <a:pPr algn="l">
              <a:lnSpc>
                <a:spcPct val="108000"/>
              </a:lnSpc>
              <a:spcAft>
                <a:spcPts val="0"/>
              </a:spcAft>
            </a:pPr>
            <a:r>
              <a:rPr sz="1000" b="1" i="0">
                <a:solidFill>
                  <a:srgbClr val="000000"/>
                </a:solidFill>
                <a:latin typeface="Arial"/>
              </a:rPr>
              <a:t>Send Model Info from the dashboard. </a:t>
            </a:r>
            <a:r>
              <a:rPr sz="1000" b="0" i="0">
                <a:solidFill>
                  <a:srgbClr val="000000"/>
                </a:solidFill>
                <a:latin typeface="Arial"/>
              </a:rPr>
              <a:t>The acknowledgment names the model, version, source and size.</a:t>
            </a:r>
          </a:p>
        </p:txBody>
      </p:sp>
      <p:sp>
        <p:nvSpPr>
          <p:cNvPr id="9010" name="Rectangle 9009"/>
          <p:cNvSpPr/>
          <p:nvPr/>
        </p:nvSpPr>
        <p:spPr>
          <a:xfrm>
            <a:off x="457200" y="2816352"/>
            <a:ext cx="5212080" cy="5303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1" name="TextBox 9010"/>
          <p:cNvSpPr txBox="1"/>
          <p:nvPr/>
        </p:nvSpPr>
        <p:spPr>
          <a:xfrm>
            <a:off x="566928" y="2816352"/>
            <a:ext cx="457200" cy="530352"/>
          </a:xfrm>
          <a:prstGeom prst="rect">
            <a:avLst/>
          </a:prstGeom>
          <a:noFill/>
        </p:spPr>
        <p:txBody>
          <a:bodyPr wrap="square" anchor="ctr" lIns="0" rIns="0" tIns="0" bIns="0">
            <a:spAutoFit/>
          </a:bodyPr>
          <a:lstStyle/>
          <a:p>
            <a:pPr algn="l">
              <a:lnSpc>
                <a:spcPct val="110000"/>
              </a:lnSpc>
              <a:spcAft>
                <a:spcPts val="0"/>
              </a:spcAft>
            </a:pPr>
            <a:r>
              <a:rPr sz="1400" b="1" i="0">
                <a:solidFill>
                  <a:srgbClr val="41C363"/>
                </a:solidFill>
                <a:latin typeface="Arial"/>
              </a:rPr>
              <a:t>C4</a:t>
            </a:r>
          </a:p>
        </p:txBody>
      </p:sp>
      <p:sp>
        <p:nvSpPr>
          <p:cNvPr id="9012" name="TextBox 9011"/>
          <p:cNvSpPr txBox="1"/>
          <p:nvPr/>
        </p:nvSpPr>
        <p:spPr>
          <a:xfrm>
            <a:off x="1024128" y="2816352"/>
            <a:ext cx="4553712" cy="530352"/>
          </a:xfrm>
          <a:prstGeom prst="rect">
            <a:avLst/>
          </a:prstGeom>
          <a:noFill/>
        </p:spPr>
        <p:txBody>
          <a:bodyPr wrap="square" anchor="ctr" lIns="0" rIns="0" tIns="0" bIns="0">
            <a:spAutoFit/>
          </a:bodyPr>
          <a:lstStyle/>
          <a:p>
            <a:pPr algn="l">
              <a:lnSpc>
                <a:spcPct val="108000"/>
              </a:lnSpc>
              <a:spcAft>
                <a:spcPts val="0"/>
              </a:spcAft>
            </a:pPr>
            <a:r>
              <a:rPr sz="1000" b="1" i="0">
                <a:solidFill>
                  <a:srgbClr val="FFFFFF"/>
                </a:solidFill>
                <a:latin typeface="Arial"/>
              </a:rPr>
              <a:t>Unplug USB, count to three, plug it back in. </a:t>
            </a:r>
            <a:r>
              <a:rPr sz="1000" b="0" i="0">
                <a:solidFill>
                  <a:srgbClr val="FFFFFF"/>
                </a:solidFill>
                <a:latin typeface="Arial"/>
              </a:rPr>
              <a:t>About 30 seconds later the board is back, running the same model, Model Source now says flash.</a:t>
            </a:r>
          </a:p>
        </p:txBody>
      </p:sp>
      <p:sp>
        <p:nvSpPr>
          <p:cNvPr id="9013" name="Rectangle 9012"/>
          <p:cNvSpPr/>
          <p:nvPr/>
        </p:nvSpPr>
        <p:spPr>
          <a:xfrm>
            <a:off x="457200" y="3419856"/>
            <a:ext cx="5212080" cy="530352"/>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4" name="TextBox 9013"/>
          <p:cNvSpPr txBox="1"/>
          <p:nvPr/>
        </p:nvSpPr>
        <p:spPr>
          <a:xfrm>
            <a:off x="566928" y="3419856"/>
            <a:ext cx="457200" cy="530352"/>
          </a:xfrm>
          <a:prstGeom prst="rect">
            <a:avLst/>
          </a:prstGeom>
          <a:noFill/>
        </p:spPr>
        <p:txBody>
          <a:bodyPr wrap="square" anchor="ctr" lIns="0" rIns="0" tIns="0" bIns="0">
            <a:spAutoFit/>
          </a:bodyPr>
          <a:lstStyle/>
          <a:p>
            <a:pPr algn="l">
              <a:lnSpc>
                <a:spcPct val="110000"/>
              </a:lnSpc>
              <a:spcAft>
                <a:spcPts val="0"/>
              </a:spcAft>
            </a:pPr>
            <a:r>
              <a:rPr sz="1400" b="1" i="0">
                <a:solidFill>
                  <a:srgbClr val="41C363"/>
                </a:solidFill>
                <a:latin typeface="Arial"/>
              </a:rPr>
              <a:t>C5</a:t>
            </a:r>
          </a:p>
        </p:txBody>
      </p:sp>
      <p:sp>
        <p:nvSpPr>
          <p:cNvPr id="9015" name="TextBox 9014"/>
          <p:cNvSpPr txBox="1"/>
          <p:nvPr/>
        </p:nvSpPr>
        <p:spPr>
          <a:xfrm>
            <a:off x="1024128" y="3419856"/>
            <a:ext cx="4553712" cy="530352"/>
          </a:xfrm>
          <a:prstGeom prst="rect">
            <a:avLst/>
          </a:prstGeom>
          <a:noFill/>
        </p:spPr>
        <p:txBody>
          <a:bodyPr wrap="square" anchor="ctr" lIns="0" rIns="0" tIns="0" bIns="0">
            <a:spAutoFit/>
          </a:bodyPr>
          <a:lstStyle/>
          <a:p>
            <a:pPr algn="l">
              <a:lnSpc>
                <a:spcPct val="108000"/>
              </a:lnSpc>
              <a:spcAft>
                <a:spcPts val="0"/>
              </a:spcAft>
            </a:pPr>
            <a:r>
              <a:rPr sz="1000" b="1" i="0">
                <a:solidFill>
                  <a:srgbClr val="000000"/>
                </a:solidFill>
                <a:latin typeface="Arial"/>
              </a:rPr>
              <a:t>Deploy Face Detect again. </a:t>
            </a:r>
            <a:r>
              <a:rPr sz="1000" b="0" i="0">
                <a:solidFill>
                  <a:srgbClr val="000000"/>
                </a:solidFill>
                <a:latin typeface="Arial"/>
              </a:rPr>
              <a:t>The boxes come back. Time left? Push the 0.25 and 0.5 classifiers and compare the chart.</a:t>
            </a:r>
          </a:p>
        </p:txBody>
      </p:sp>
      <p:sp>
        <p:nvSpPr>
          <p:cNvPr id="9016" name="TextBox 9015"/>
          <p:cNvSpPr txBox="1"/>
          <p:nvPr/>
        </p:nvSpPr>
        <p:spPr>
          <a:xfrm>
            <a:off x="5943600" y="960120"/>
            <a:ext cx="2743200" cy="228600"/>
          </a:xfrm>
          <a:prstGeom prst="rect">
            <a:avLst/>
          </a:prstGeom>
          <a:noFill/>
        </p:spPr>
        <p:txBody>
          <a:bodyPr wrap="square" anchor="t" lIns="0" rIns="0" tIns="0" bIns="0">
            <a:spAutoFit/>
          </a:bodyPr>
          <a:lstStyle/>
          <a:p>
            <a:pPr algn="l">
              <a:lnSpc>
                <a:spcPct val="110000"/>
              </a:lnSpc>
              <a:spcAft>
                <a:spcPts val="0"/>
              </a:spcAft>
            </a:pPr>
            <a:r>
              <a:rPr sz="1000" b="1" i="0">
                <a:solidFill>
                  <a:srgbClr val="41C363"/>
                </a:solidFill>
                <a:latin typeface="Arial"/>
              </a:rPr>
              <a:t>WATCH, ON THE DASHBOARD</a:t>
            </a:r>
          </a:p>
        </p:txBody>
      </p:sp>
      <p:sp>
        <p:nvSpPr>
          <p:cNvPr id="9017" name="Rectangle 9016"/>
          <p:cNvSpPr/>
          <p:nvPr/>
        </p:nvSpPr>
        <p:spPr>
          <a:xfrm>
            <a:off x="5943600" y="1207008"/>
            <a:ext cx="2743200" cy="1828800"/>
          </a:xfrm>
          <a:prstGeom prst="rect">
            <a:avLst/>
          </a:prstGeom>
          <a:solidFill>
            <a:srgbClr val="1E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8" name="TextBox 9017"/>
          <p:cNvSpPr txBox="1"/>
          <p:nvPr/>
        </p:nvSpPr>
        <p:spPr>
          <a:xfrm>
            <a:off x="6071616" y="1298448"/>
            <a:ext cx="2487168" cy="1645920"/>
          </a:xfrm>
          <a:prstGeom prst="rect">
            <a:avLst/>
          </a:prstGeom>
          <a:noFill/>
        </p:spPr>
        <p:txBody>
          <a:bodyPr wrap="square" anchor="t" lIns="0" rIns="0" tIns="0" bIns="0">
            <a:spAutoFit/>
          </a:bodyPr>
          <a:lstStyle/>
          <a:p>
            <a:pPr algn="l">
              <a:lnSpc>
                <a:spcPct val="115000"/>
              </a:lnSpc>
              <a:spcAft>
                <a:spcPts val="100"/>
              </a:spcAft>
            </a:pPr>
            <a:r>
              <a:rPr sz="850" b="0" i="0">
                <a:solidFill>
                  <a:srgbClr val="EAEEF0"/>
                </a:solidFill>
                <a:latin typeface="Courier New"/>
              </a:rPr>
              <a:t>Active Model     mobilenet-v2</a:t>
            </a:r>
          </a:p>
          <a:p>
            <a:pPr algn="l">
              <a:lnSpc>
                <a:spcPct val="115000"/>
              </a:lnSpc>
              <a:spcAft>
                <a:spcPts val="100"/>
              </a:spcAft>
            </a:pPr>
            <a:r>
              <a:rPr sz="850" b="0" i="0">
                <a:solidFill>
                  <a:srgbClr val="EAEEF0"/>
                </a:solidFill>
                <a:latin typeface="Courier New"/>
              </a:rPr>
              <a:t>Model Source     cloud</a:t>
            </a:r>
          </a:p>
          <a:p>
            <a:pPr algn="l">
              <a:lnSpc>
                <a:spcPct val="115000"/>
              </a:lnSpc>
              <a:spcAft>
                <a:spcPts val="100"/>
              </a:spcAft>
            </a:pPr>
            <a:r>
              <a:rPr sz="850" b="0" i="0">
                <a:solidFill>
                  <a:srgbClr val="EAEEF0"/>
                </a:solidFill>
                <a:latin typeface="Courier New"/>
              </a:rPr>
              <a:t>Inference        40,000 us</a:t>
            </a:r>
          </a:p>
          <a:p>
            <a:pPr algn="l">
              <a:lnSpc>
                <a:spcPct val="115000"/>
              </a:lnSpc>
              <a:spcAft>
                <a:spcPts val="100"/>
              </a:spcAft>
            </a:pPr>
            <a:r>
              <a:rPr sz="850" b="0" i="0">
                <a:solidFill>
                  <a:srgbClr val="EAEEF0"/>
                </a:solidFill>
                <a:latin typeface="Courier New"/>
              </a:rPr>
              <a:t/>
            </a:r>
          </a:p>
          <a:p>
            <a:pPr algn="l">
              <a:lnSpc>
                <a:spcPct val="115000"/>
              </a:lnSpc>
              <a:spcAft>
                <a:spcPts val="100"/>
              </a:spcAft>
            </a:pPr>
            <a:r>
              <a:rPr sz="850" b="0" i="0">
                <a:solidFill>
                  <a:srgbClr val="EAEEF0"/>
                </a:solidFill>
                <a:latin typeface="Courier New"/>
              </a:rPr>
              <a:t>-- after the power cycle --</a:t>
            </a:r>
          </a:p>
          <a:p>
            <a:pPr algn="l">
              <a:lnSpc>
                <a:spcPct val="115000"/>
              </a:lnSpc>
              <a:spcAft>
                <a:spcPts val="100"/>
              </a:spcAft>
            </a:pPr>
            <a:r>
              <a:rPr sz="850" b="0" i="0">
                <a:solidFill>
                  <a:srgbClr val="EAEEF0"/>
                </a:solidFill>
                <a:latin typeface="Courier New"/>
              </a:rPr>
              <a:t>Active Model     person-detect</a:t>
            </a:r>
          </a:p>
          <a:p>
            <a:pPr algn="l">
              <a:lnSpc>
                <a:spcPct val="115000"/>
              </a:lnSpc>
              <a:spcAft>
                <a:spcPts val="100"/>
              </a:spcAft>
            </a:pPr>
            <a:r>
              <a:rPr sz="850" b="0" i="0">
                <a:solidFill>
                  <a:srgbClr val="EAEEF0"/>
                </a:solidFill>
                <a:latin typeface="Courier New"/>
              </a:rPr>
              <a:t>Model Source     </a:t>
            </a:r>
            <a:r>
              <a:rPr sz="850" b="1" i="0">
                <a:solidFill>
                  <a:srgbClr val="41C363"/>
                </a:solidFill>
                <a:latin typeface="Courier New"/>
              </a:rPr>
              <a:t>flash</a:t>
            </a:r>
          </a:p>
          <a:p>
            <a:pPr algn="l">
              <a:lnSpc>
                <a:spcPct val="115000"/>
              </a:lnSpc>
              <a:spcAft>
                <a:spcPts val="100"/>
              </a:spcAft>
            </a:pPr>
            <a:r>
              <a:rPr sz="850" b="0" i="0">
                <a:solidFill>
                  <a:srgbClr val="EAEEF0"/>
                </a:solidFill>
                <a:latin typeface="Courier New"/>
              </a:rPr>
              <a:t>Uptime           restarts from 0</a:t>
            </a:r>
          </a:p>
        </p:txBody>
      </p:sp>
      <p:sp>
        <p:nvSpPr>
          <p:cNvPr id="9019" name="TextBox 9018"/>
          <p:cNvSpPr txBox="1"/>
          <p:nvPr/>
        </p:nvSpPr>
        <p:spPr>
          <a:xfrm>
            <a:off x="5943600" y="3127248"/>
            <a:ext cx="2743200" cy="1005840"/>
          </a:xfrm>
          <a:prstGeom prst="rect">
            <a:avLst/>
          </a:prstGeom>
          <a:noFill/>
        </p:spPr>
        <p:txBody>
          <a:bodyPr wrap="square" anchor="t" lIns="0" rIns="0" tIns="0" bIns="0">
            <a:spAutoFit/>
          </a:bodyPr>
          <a:lstStyle/>
          <a:p>
            <a:pPr algn="l">
              <a:lnSpc>
                <a:spcPct val="112000"/>
              </a:lnSpc>
              <a:spcAft>
                <a:spcPts val="0"/>
              </a:spcAft>
            </a:pPr>
            <a:r>
              <a:rPr sz="1000" b="0" i="0">
                <a:solidFill>
                  <a:srgbClr val="000000"/>
                </a:solidFill>
                <a:latin typeface="Arial"/>
              </a:rPr>
              <a:t>Model Source changing from cloud to flash after the power cycle, the inference chart stepping with every push, and an Uptime tile that never went to zero during the swaps.</a:t>
            </a:r>
          </a:p>
        </p:txBody>
      </p:sp>
      <p:sp>
        <p:nvSpPr>
          <p:cNvPr id="9020" name="TextBox 9019"/>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Three numbers that prove it</a:t>
            </a:r>
          </a:p>
        </p:txBody>
      </p:sp>
      <p:sp>
        <p:nvSpPr>
          <p:cNvPr id="9000" name="Slide Number Placeholder"/>
          <p:cNvSpPr>
            <a:spLocks noGrp="1"/>
          </p:cNvSpPr>
          <p:nvPr>
            <p:ph type="sldNum" sz="quarter" idx="4"/>
          </p:nvPr>
        </p:nvSpPr>
        <p:spPr/>
        <p:txBody>
          <a:bodyPr/>
          <a:lstStyle/>
          <a:p>
            <a:fld id="{781B805A-080F-4E97-871B-EA3C9F8FD1D9}" type="slidenum">
              <a:rPr lang="en-US"/>
              <a:t>1</a:t>
            </a:fld>
          </a:p>
        </p:txBody>
      </p:sp>
      <p:sp>
        <p:nvSpPr>
          <p:cNvPr id="9001" name="Rectangle 9000"/>
          <p:cNvSpPr/>
          <p:nvPr/>
        </p:nvSpPr>
        <p:spPr>
          <a:xfrm>
            <a:off x="457200" y="1005840"/>
            <a:ext cx="2606040" cy="2514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2" name="TextBox 9001"/>
          <p:cNvSpPr txBox="1"/>
          <p:nvPr/>
        </p:nvSpPr>
        <p:spPr>
          <a:xfrm>
            <a:off x="640080" y="1051560"/>
            <a:ext cx="2240280" cy="868680"/>
          </a:xfrm>
          <a:prstGeom prst="rect">
            <a:avLst/>
          </a:prstGeom>
          <a:noFill/>
        </p:spPr>
        <p:txBody>
          <a:bodyPr wrap="square" anchor="t" lIns="0" rIns="0" tIns="0" bIns="0">
            <a:spAutoFit/>
          </a:bodyPr>
          <a:lstStyle/>
          <a:p>
            <a:pPr algn="l">
              <a:lnSpc>
                <a:spcPct val="100000"/>
              </a:lnSpc>
              <a:spcAft>
                <a:spcPts val="0"/>
              </a:spcAft>
            </a:pPr>
            <a:r>
              <a:rPr sz="5400" b="1" i="0">
                <a:solidFill>
                  <a:srgbClr val="41C363"/>
                </a:solidFill>
                <a:latin typeface="Arial"/>
              </a:rPr>
              <a:t>7×</a:t>
            </a:r>
          </a:p>
        </p:txBody>
      </p:sp>
      <p:sp>
        <p:nvSpPr>
          <p:cNvPr id="9003" name="TextBox 9002"/>
          <p:cNvSpPr txBox="1"/>
          <p:nvPr/>
        </p:nvSpPr>
        <p:spPr>
          <a:xfrm>
            <a:off x="640080" y="1938528"/>
            <a:ext cx="2240280" cy="457200"/>
          </a:xfrm>
          <a:prstGeom prst="rect">
            <a:avLst/>
          </a:prstGeom>
          <a:noFill/>
        </p:spPr>
        <p:txBody>
          <a:bodyPr wrap="square" anchor="t" lIns="0" rIns="0" tIns="0" bIns="0">
            <a:spAutoFit/>
          </a:bodyPr>
          <a:lstStyle/>
          <a:p>
            <a:pPr algn="l">
              <a:lnSpc>
                <a:spcPct val="105000"/>
              </a:lnSpc>
              <a:spcAft>
                <a:spcPts val="0"/>
              </a:spcAft>
            </a:pPr>
            <a:r>
              <a:rPr sz="1300" b="1" i="0">
                <a:solidFill>
                  <a:srgbClr val="000000"/>
                </a:solidFill>
                <a:latin typeface="Arial"/>
              </a:rPr>
              <a:t>larger model, absorbed live</a:t>
            </a:r>
          </a:p>
        </p:txBody>
      </p:sp>
      <p:sp>
        <p:nvSpPr>
          <p:cNvPr id="9004" name="TextBox 9003"/>
          <p:cNvSpPr txBox="1"/>
          <p:nvPr/>
        </p:nvSpPr>
        <p:spPr>
          <a:xfrm>
            <a:off x="640080" y="2395728"/>
            <a:ext cx="2240280" cy="1097280"/>
          </a:xfrm>
          <a:prstGeom prst="rect">
            <a:avLst/>
          </a:prstGeom>
          <a:noFill/>
        </p:spPr>
        <p:txBody>
          <a:bodyPr wrap="square" anchor="t" lIns="0" rIns="0" tIns="0" bIns="0">
            <a:spAutoFit/>
          </a:bodyPr>
          <a:lstStyle/>
          <a:p>
            <a:pPr algn="l">
              <a:lnSpc>
                <a:spcPct val="115000"/>
              </a:lnSpc>
              <a:spcAft>
                <a:spcPts val="0"/>
              </a:spcAft>
            </a:pPr>
            <a:r>
              <a:rPr sz="1050" b="0" i="0">
                <a:solidFill>
                  <a:srgbClr val="5F6369"/>
                </a:solidFill>
                <a:latin typeface="Arial"/>
              </a:rPr>
              <a:t>Face detector at 5,800 µs to Classifier v2 at 40,000 µs, downloaded and swapped while the camera and display kept running.</a:t>
            </a:r>
          </a:p>
        </p:txBody>
      </p:sp>
      <p:sp>
        <p:nvSpPr>
          <p:cNvPr id="9005" name="Rectangle 9004"/>
          <p:cNvSpPr/>
          <p:nvPr/>
        </p:nvSpPr>
        <p:spPr>
          <a:xfrm>
            <a:off x="3268980" y="1005840"/>
            <a:ext cx="2606040" cy="2514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6" name="TextBox 9005"/>
          <p:cNvSpPr txBox="1"/>
          <p:nvPr/>
        </p:nvSpPr>
        <p:spPr>
          <a:xfrm>
            <a:off x="3451860" y="1051560"/>
            <a:ext cx="2240280" cy="868680"/>
          </a:xfrm>
          <a:prstGeom prst="rect">
            <a:avLst/>
          </a:prstGeom>
          <a:noFill/>
        </p:spPr>
        <p:txBody>
          <a:bodyPr wrap="square" anchor="t" lIns="0" rIns="0" tIns="0" bIns="0">
            <a:spAutoFit/>
          </a:bodyPr>
          <a:lstStyle/>
          <a:p>
            <a:pPr algn="l">
              <a:lnSpc>
                <a:spcPct val="100000"/>
              </a:lnSpc>
              <a:spcAft>
                <a:spcPts val="0"/>
              </a:spcAft>
            </a:pPr>
            <a:r>
              <a:rPr sz="5400" b="1" i="0">
                <a:solidFill>
                  <a:srgbClr val="41C363"/>
                </a:solidFill>
                <a:latin typeface="Arial"/>
              </a:rPr>
              <a:t>0</a:t>
            </a:r>
          </a:p>
        </p:txBody>
      </p:sp>
      <p:sp>
        <p:nvSpPr>
          <p:cNvPr id="9007" name="TextBox 9006"/>
          <p:cNvSpPr txBox="1"/>
          <p:nvPr/>
        </p:nvSpPr>
        <p:spPr>
          <a:xfrm>
            <a:off x="3451860" y="1938528"/>
            <a:ext cx="2240280" cy="457200"/>
          </a:xfrm>
          <a:prstGeom prst="rect">
            <a:avLst/>
          </a:prstGeom>
          <a:noFill/>
        </p:spPr>
        <p:txBody>
          <a:bodyPr wrap="square" anchor="t" lIns="0" rIns="0" tIns="0" bIns="0">
            <a:spAutoFit/>
          </a:bodyPr>
          <a:lstStyle/>
          <a:p>
            <a:pPr algn="l">
              <a:lnSpc>
                <a:spcPct val="105000"/>
              </a:lnSpc>
              <a:spcAft>
                <a:spcPts val="0"/>
              </a:spcAft>
            </a:pPr>
            <a:r>
              <a:rPr sz="1300" b="1" i="0">
                <a:solidFill>
                  <a:srgbClr val="000000"/>
                </a:solidFill>
                <a:latin typeface="Arial"/>
              </a:rPr>
              <a:t>reboots across every swap</a:t>
            </a:r>
          </a:p>
        </p:txBody>
      </p:sp>
      <p:sp>
        <p:nvSpPr>
          <p:cNvPr id="9008" name="TextBox 9007"/>
          <p:cNvSpPr txBox="1"/>
          <p:nvPr/>
        </p:nvSpPr>
        <p:spPr>
          <a:xfrm>
            <a:off x="3451860" y="2395728"/>
            <a:ext cx="2240280" cy="1097280"/>
          </a:xfrm>
          <a:prstGeom prst="rect">
            <a:avLst/>
          </a:prstGeom>
          <a:noFill/>
        </p:spPr>
        <p:txBody>
          <a:bodyPr wrap="square" anchor="t" lIns="0" rIns="0" tIns="0" bIns="0">
            <a:spAutoFit/>
          </a:bodyPr>
          <a:lstStyle/>
          <a:p>
            <a:pPr algn="l">
              <a:lnSpc>
                <a:spcPct val="115000"/>
              </a:lnSpc>
              <a:spcAft>
                <a:spcPts val="0"/>
              </a:spcAft>
            </a:pPr>
            <a:r>
              <a:rPr sz="1050" b="0" i="0">
                <a:solidFill>
                  <a:srgbClr val="5F6369"/>
                </a:solidFill>
                <a:latin typeface="Arial"/>
              </a:rPr>
              <a:t>The Uptime tile counts through the whole lab. The only time it resets is the power cycle you chose to do.</a:t>
            </a:r>
          </a:p>
        </p:txBody>
      </p:sp>
      <p:sp>
        <p:nvSpPr>
          <p:cNvPr id="9009" name="Rectangle 9008"/>
          <p:cNvSpPr/>
          <p:nvPr/>
        </p:nvSpPr>
        <p:spPr>
          <a:xfrm>
            <a:off x="6080760" y="1005840"/>
            <a:ext cx="2606040" cy="2514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0" name="TextBox 9009"/>
          <p:cNvSpPr txBox="1"/>
          <p:nvPr/>
        </p:nvSpPr>
        <p:spPr>
          <a:xfrm>
            <a:off x="6263640" y="1051560"/>
            <a:ext cx="2240280" cy="868680"/>
          </a:xfrm>
          <a:prstGeom prst="rect">
            <a:avLst/>
          </a:prstGeom>
          <a:noFill/>
        </p:spPr>
        <p:txBody>
          <a:bodyPr wrap="square" anchor="t" lIns="0" rIns="0" tIns="0" bIns="0">
            <a:spAutoFit/>
          </a:bodyPr>
          <a:lstStyle/>
          <a:p>
            <a:pPr algn="l">
              <a:lnSpc>
                <a:spcPct val="100000"/>
              </a:lnSpc>
              <a:spcAft>
                <a:spcPts val="0"/>
              </a:spcAft>
            </a:pPr>
            <a:r>
              <a:rPr sz="5400" b="1" i="0">
                <a:solidFill>
                  <a:srgbClr val="FDB813"/>
                </a:solidFill>
                <a:latin typeface="Arial"/>
              </a:rPr>
              <a:t>3</a:t>
            </a:r>
          </a:p>
        </p:txBody>
      </p:sp>
      <p:sp>
        <p:nvSpPr>
          <p:cNvPr id="9011" name="TextBox 9010"/>
          <p:cNvSpPr txBox="1"/>
          <p:nvPr/>
        </p:nvSpPr>
        <p:spPr>
          <a:xfrm>
            <a:off x="6263640" y="1938528"/>
            <a:ext cx="2240280" cy="457200"/>
          </a:xfrm>
          <a:prstGeom prst="rect">
            <a:avLst/>
          </a:prstGeom>
          <a:noFill/>
        </p:spPr>
        <p:txBody>
          <a:bodyPr wrap="square" anchor="t" lIns="0" rIns="0" tIns="0" bIns="0">
            <a:spAutoFit/>
          </a:bodyPr>
          <a:lstStyle/>
          <a:p>
            <a:pPr algn="l">
              <a:lnSpc>
                <a:spcPct val="105000"/>
              </a:lnSpc>
              <a:spcAft>
                <a:spcPts val="0"/>
              </a:spcAft>
            </a:pPr>
            <a:r>
              <a:rPr sz="1300" b="1" i="0">
                <a:solidFill>
                  <a:srgbClr val="000000"/>
                </a:solidFill>
                <a:latin typeface="Arial"/>
              </a:rPr>
              <a:t>tasks, one firmware image</a:t>
            </a:r>
          </a:p>
        </p:txBody>
      </p:sp>
      <p:sp>
        <p:nvSpPr>
          <p:cNvPr id="9012" name="TextBox 9011"/>
          <p:cNvSpPr txBox="1"/>
          <p:nvPr/>
        </p:nvSpPr>
        <p:spPr>
          <a:xfrm>
            <a:off x="6263640" y="2395728"/>
            <a:ext cx="2240280" cy="1097280"/>
          </a:xfrm>
          <a:prstGeom prst="rect">
            <a:avLst/>
          </a:prstGeom>
          <a:noFill/>
        </p:spPr>
        <p:txBody>
          <a:bodyPr wrap="square" anchor="t" lIns="0" rIns="0" tIns="0" bIns="0">
            <a:spAutoFit/>
          </a:bodyPr>
          <a:lstStyle/>
          <a:p>
            <a:pPr algn="l">
              <a:lnSpc>
                <a:spcPct val="115000"/>
              </a:lnSpc>
              <a:spcAft>
                <a:spcPts val="0"/>
              </a:spcAft>
            </a:pPr>
            <a:r>
              <a:rPr sz="1050" b="0" i="0">
                <a:solidFill>
                  <a:srgbClr val="5F6369"/>
                </a:solidFill>
                <a:latin typeface="Arial"/>
              </a:rPr>
              <a:t>Face detection, occupancy sensing, 1000-class classification. The family is chosen by the model's input shape, not by a build flag.</a:t>
            </a:r>
          </a:p>
        </p:txBody>
      </p:sp>
      <p:sp>
        <p:nvSpPr>
          <p:cNvPr id="9013" name="TextBox 9012"/>
          <p:cNvSpPr txBox="1"/>
          <p:nvPr/>
        </p:nvSpPr>
        <p:spPr>
          <a:xfrm>
            <a:off x="457200" y="3749039"/>
            <a:ext cx="8229600" cy="548640"/>
          </a:xfrm>
          <a:prstGeom prst="rect">
            <a:avLst/>
          </a:prstGeom>
          <a:noFill/>
        </p:spPr>
        <p:txBody>
          <a:bodyPr wrap="square" anchor="t" lIns="0" rIns="0" tIns="0" bIns="0">
            <a:spAutoFit/>
          </a:bodyPr>
          <a:lstStyle/>
          <a:p>
            <a:pPr algn="l">
              <a:lnSpc>
                <a:spcPct val="115000"/>
              </a:lnSpc>
              <a:spcAft>
                <a:spcPts val="0"/>
              </a:spcAft>
            </a:pPr>
            <a:r>
              <a:rPr sz="1300" b="0" i="0">
                <a:solidFill>
                  <a:srgbClr val="000000"/>
                </a:solidFill>
                <a:latin typeface="Arial"/>
              </a:rPr>
              <a:t>And after the power cycle: the same model, from the board's own flash, in about 30 seconds, with no console attached.</a:t>
            </a:r>
          </a:p>
        </p:txBody>
      </p:sp>
      <p:sp>
        <p:nvSpPr>
          <p:cNvPr id="9014" name="TextBox 9013"/>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Bring your own model, and where to go next</a:t>
            </a:r>
          </a:p>
        </p:txBody>
      </p:sp>
      <p:sp>
        <p:nvSpPr>
          <p:cNvPr id="9000" name="Slide Number Placeholder"/>
          <p:cNvSpPr>
            <a:spLocks noGrp="1"/>
          </p:cNvSpPr>
          <p:nvPr>
            <p:ph type="sldNum" sz="quarter" idx="4"/>
          </p:nvPr>
        </p:nvSpPr>
        <p:spPr/>
        <p:txBody>
          <a:bodyPr/>
          <a:lstStyle/>
          <a:p>
            <a:fld id="{0FFACA5E-9E32-4255-929F-F84897C4017C}" type="slidenum">
              <a:rPr lang="en-US"/>
              <a:t>1</a:t>
            </a:fld>
          </a:p>
        </p:txBody>
      </p:sp>
      <p:sp>
        <p:nvSpPr>
          <p:cNvPr id="9001" name="Rectangle 9000"/>
          <p:cNvSpPr/>
          <p:nvPr/>
        </p:nvSpPr>
        <p:spPr>
          <a:xfrm>
            <a:off x="457200" y="1005840"/>
            <a:ext cx="1828800" cy="160020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2" name="TextBox 9001"/>
          <p:cNvSpPr txBox="1"/>
          <p:nvPr/>
        </p:nvSpPr>
        <p:spPr>
          <a:xfrm>
            <a:off x="566928" y="1115568"/>
            <a:ext cx="1609344" cy="384048"/>
          </a:xfrm>
          <a:prstGeom prst="rect">
            <a:avLst/>
          </a:prstGeom>
          <a:noFill/>
        </p:spPr>
        <p:txBody>
          <a:bodyPr wrap="square" anchor="t" lIns="0" rIns="0" tIns="0" bIns="0">
            <a:spAutoFit/>
          </a:bodyPr>
          <a:lstStyle/>
          <a:p>
            <a:pPr algn="l">
              <a:lnSpc>
                <a:spcPct val="110000"/>
              </a:lnSpc>
              <a:spcAft>
                <a:spcPts val="400"/>
              </a:spcAft>
            </a:pPr>
            <a:r>
              <a:rPr sz="2600" b="1" i="0">
                <a:solidFill>
                  <a:srgbClr val="41C363"/>
                </a:solidFill>
                <a:latin typeface="Arial"/>
              </a:rPr>
              <a:t>1</a:t>
            </a:r>
          </a:p>
        </p:txBody>
      </p:sp>
      <p:sp>
        <p:nvSpPr>
          <p:cNvPr id="9003" name="TextBox 9002"/>
          <p:cNvSpPr txBox="1"/>
          <p:nvPr/>
        </p:nvSpPr>
        <p:spPr>
          <a:xfrm>
            <a:off x="566928" y="1499616"/>
            <a:ext cx="1609344" cy="274320"/>
          </a:xfrm>
          <a:prstGeom prst="rect">
            <a:avLst/>
          </a:prstGeom>
          <a:noFill/>
        </p:spPr>
        <p:txBody>
          <a:bodyPr wrap="square" anchor="t" lIns="0" rIns="0" tIns="0" bIns="0">
            <a:spAutoFit/>
          </a:bodyPr>
          <a:lstStyle/>
          <a:p>
            <a:pPr algn="l">
              <a:lnSpc>
                <a:spcPct val="110000"/>
              </a:lnSpc>
              <a:spcAft>
                <a:spcPts val="0"/>
              </a:spcAft>
            </a:pPr>
            <a:r>
              <a:rPr sz="1200" b="1" i="0">
                <a:solidFill>
                  <a:srgbClr val="41C363"/>
                </a:solidFill>
                <a:latin typeface="Arial"/>
              </a:rPr>
              <a:t>Quantize</a:t>
            </a:r>
          </a:p>
        </p:txBody>
      </p:sp>
      <p:sp>
        <p:nvSpPr>
          <p:cNvPr id="9004" name="TextBox 9003"/>
          <p:cNvSpPr txBox="1"/>
          <p:nvPr/>
        </p:nvSpPr>
        <p:spPr>
          <a:xfrm>
            <a:off x="566928" y="1807698"/>
            <a:ext cx="1609344" cy="688613"/>
          </a:xfrm>
          <a:prstGeom prst="rect">
            <a:avLst/>
          </a:prstGeom>
          <a:noFill/>
        </p:spPr>
        <p:txBody>
          <a:bodyPr wrap="square" anchor="t" lIns="0" rIns="0" tIns="0" bIns="0">
            <a:spAutoFit/>
          </a:bodyPr>
          <a:lstStyle/>
          <a:p>
            <a:pPr algn="l">
              <a:lnSpc>
                <a:spcPct val="110000"/>
              </a:lnSpc>
              <a:spcAft>
                <a:spcPts val="300"/>
              </a:spcAft>
            </a:pPr>
            <a:r>
              <a:rPr sz="1000" b="0" i="0">
                <a:solidFill>
                  <a:srgbClr val="000000"/>
                </a:solidFill>
                <a:latin typeface="Arial"/>
              </a:rPr>
              <a:t>Export an int8 TensorFlow Lite model whose input matches one of the three contracts.</a:t>
            </a:r>
          </a:p>
        </p:txBody>
      </p:sp>
      <p:sp>
        <p:nvSpPr>
          <p:cNvPr id="9005" name="Chevron 9004"/>
          <p:cNvSpPr/>
          <p:nvPr/>
        </p:nvSpPr>
        <p:spPr>
          <a:xfrm>
            <a:off x="2331720" y="1668780"/>
            <a:ext cx="219456" cy="274320"/>
          </a:xfrm>
          <a:prstGeom prst="chevron">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6" name="Rectangle 9005"/>
          <p:cNvSpPr/>
          <p:nvPr/>
        </p:nvSpPr>
        <p:spPr>
          <a:xfrm>
            <a:off x="2596896" y="1005840"/>
            <a:ext cx="1828800" cy="160020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7" name="TextBox 9006"/>
          <p:cNvSpPr txBox="1"/>
          <p:nvPr/>
        </p:nvSpPr>
        <p:spPr>
          <a:xfrm>
            <a:off x="2706624" y="1115568"/>
            <a:ext cx="1609344" cy="384048"/>
          </a:xfrm>
          <a:prstGeom prst="rect">
            <a:avLst/>
          </a:prstGeom>
          <a:noFill/>
        </p:spPr>
        <p:txBody>
          <a:bodyPr wrap="square" anchor="t" lIns="0" rIns="0" tIns="0" bIns="0">
            <a:spAutoFit/>
          </a:bodyPr>
          <a:lstStyle/>
          <a:p>
            <a:pPr algn="l">
              <a:lnSpc>
                <a:spcPct val="110000"/>
              </a:lnSpc>
              <a:spcAft>
                <a:spcPts val="400"/>
              </a:spcAft>
            </a:pPr>
            <a:r>
              <a:rPr sz="2600" b="1" i="0">
                <a:solidFill>
                  <a:srgbClr val="41C363"/>
                </a:solidFill>
                <a:latin typeface="Arial"/>
              </a:rPr>
              <a:t>2</a:t>
            </a:r>
          </a:p>
        </p:txBody>
      </p:sp>
      <p:sp>
        <p:nvSpPr>
          <p:cNvPr id="9008" name="TextBox 9007"/>
          <p:cNvSpPr txBox="1"/>
          <p:nvPr/>
        </p:nvSpPr>
        <p:spPr>
          <a:xfrm>
            <a:off x="2706624" y="1499616"/>
            <a:ext cx="1609344" cy="274320"/>
          </a:xfrm>
          <a:prstGeom prst="rect">
            <a:avLst/>
          </a:prstGeom>
          <a:noFill/>
        </p:spPr>
        <p:txBody>
          <a:bodyPr wrap="square" anchor="t" lIns="0" rIns="0" tIns="0" bIns="0">
            <a:spAutoFit/>
          </a:bodyPr>
          <a:lstStyle/>
          <a:p>
            <a:pPr algn="l">
              <a:lnSpc>
                <a:spcPct val="110000"/>
              </a:lnSpc>
              <a:spcAft>
                <a:spcPts val="0"/>
              </a:spcAft>
            </a:pPr>
            <a:r>
              <a:rPr sz="1200" b="1" i="0">
                <a:solidFill>
                  <a:srgbClr val="41C363"/>
                </a:solidFill>
                <a:latin typeface="Arial"/>
              </a:rPr>
              <a:t>Compile with Vela</a:t>
            </a:r>
          </a:p>
        </p:txBody>
      </p:sp>
      <p:sp>
        <p:nvSpPr>
          <p:cNvPr id="9009" name="TextBox 9008"/>
          <p:cNvSpPr txBox="1"/>
          <p:nvPr/>
        </p:nvSpPr>
        <p:spPr>
          <a:xfrm>
            <a:off x="2706624" y="1807698"/>
            <a:ext cx="1609344" cy="688613"/>
          </a:xfrm>
          <a:prstGeom prst="rect">
            <a:avLst/>
          </a:prstGeom>
          <a:noFill/>
        </p:spPr>
        <p:txBody>
          <a:bodyPr wrap="square" anchor="t" lIns="0" rIns="0" tIns="0" bIns="0">
            <a:spAutoFit/>
          </a:bodyPr>
          <a:lstStyle/>
          <a:p>
            <a:pPr algn="l">
              <a:lnSpc>
                <a:spcPct val="110000"/>
              </a:lnSpc>
              <a:spcAft>
                <a:spcPts val="300"/>
              </a:spcAft>
            </a:pPr>
            <a:r>
              <a:rPr sz="1000" b="0" i="0">
                <a:solidFill>
                  <a:srgbClr val="000000"/>
                </a:solidFill>
                <a:latin typeface="Arial"/>
              </a:rPr>
              <a:t>Target ethos-u55-256. If Total SRAM used exceeds 640 KiB, recompile with the Size optimisation.</a:t>
            </a:r>
          </a:p>
        </p:txBody>
      </p:sp>
      <p:sp>
        <p:nvSpPr>
          <p:cNvPr id="9010" name="Chevron 9009"/>
          <p:cNvSpPr/>
          <p:nvPr/>
        </p:nvSpPr>
        <p:spPr>
          <a:xfrm>
            <a:off x="4471416" y="1668780"/>
            <a:ext cx="219456" cy="274320"/>
          </a:xfrm>
          <a:prstGeom prst="chevron">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1" name="Rectangle 9010"/>
          <p:cNvSpPr/>
          <p:nvPr/>
        </p:nvSpPr>
        <p:spPr>
          <a:xfrm>
            <a:off x="4736592" y="1005840"/>
            <a:ext cx="1828800" cy="160020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2" name="TextBox 9011"/>
          <p:cNvSpPr txBox="1"/>
          <p:nvPr/>
        </p:nvSpPr>
        <p:spPr>
          <a:xfrm>
            <a:off x="4846320" y="1115568"/>
            <a:ext cx="1609344" cy="384048"/>
          </a:xfrm>
          <a:prstGeom prst="rect">
            <a:avLst/>
          </a:prstGeom>
          <a:noFill/>
        </p:spPr>
        <p:txBody>
          <a:bodyPr wrap="square" anchor="t" lIns="0" rIns="0" tIns="0" bIns="0">
            <a:spAutoFit/>
          </a:bodyPr>
          <a:lstStyle/>
          <a:p>
            <a:pPr algn="l">
              <a:lnSpc>
                <a:spcPct val="110000"/>
              </a:lnSpc>
              <a:spcAft>
                <a:spcPts val="400"/>
              </a:spcAft>
            </a:pPr>
            <a:r>
              <a:rPr sz="2600" b="1" i="0">
                <a:solidFill>
                  <a:srgbClr val="41C363"/>
                </a:solidFill>
                <a:latin typeface="Arial"/>
              </a:rPr>
              <a:t>3</a:t>
            </a:r>
          </a:p>
        </p:txBody>
      </p:sp>
      <p:sp>
        <p:nvSpPr>
          <p:cNvPr id="9013" name="TextBox 9012"/>
          <p:cNvSpPr txBox="1"/>
          <p:nvPr/>
        </p:nvSpPr>
        <p:spPr>
          <a:xfrm>
            <a:off x="4846320" y="1499616"/>
            <a:ext cx="1609344" cy="274320"/>
          </a:xfrm>
          <a:prstGeom prst="rect">
            <a:avLst/>
          </a:prstGeom>
          <a:noFill/>
        </p:spPr>
        <p:txBody>
          <a:bodyPr wrap="square" anchor="t" lIns="0" rIns="0" tIns="0" bIns="0">
            <a:spAutoFit/>
          </a:bodyPr>
          <a:lstStyle/>
          <a:p>
            <a:pPr algn="l">
              <a:lnSpc>
                <a:spcPct val="110000"/>
              </a:lnSpc>
              <a:spcAft>
                <a:spcPts val="0"/>
              </a:spcAft>
            </a:pPr>
            <a:r>
              <a:rPr sz="1200" b="1" i="0">
                <a:solidFill>
                  <a:srgbClr val="41C363"/>
                </a:solidFill>
                <a:latin typeface="Arial"/>
              </a:rPr>
              <a:t>Pack</a:t>
            </a:r>
          </a:p>
        </p:txBody>
      </p:sp>
      <p:sp>
        <p:nvSpPr>
          <p:cNvPr id="9014" name="TextBox 9013"/>
          <p:cNvSpPr txBox="1"/>
          <p:nvPr/>
        </p:nvSpPr>
        <p:spPr>
          <a:xfrm>
            <a:off x="4846320" y="1807698"/>
            <a:ext cx="1609344" cy="688613"/>
          </a:xfrm>
          <a:prstGeom prst="rect">
            <a:avLst/>
          </a:prstGeom>
          <a:noFill/>
        </p:spPr>
        <p:txBody>
          <a:bodyPr wrap="square" anchor="t" lIns="0" rIns="0" tIns="0" bIns="0">
            <a:spAutoFit/>
          </a:bodyPr>
          <a:lstStyle/>
          <a:p>
            <a:pPr algn="l">
              <a:lnSpc>
                <a:spcPct val="110000"/>
              </a:lnSpc>
              <a:spcAft>
                <a:spcPts val="300"/>
              </a:spcAft>
            </a:pPr>
            <a:r>
              <a:rPr sz="1000" b="0" i="0">
                <a:solidFill>
                  <a:srgbClr val="000000"/>
                </a:solidFill>
                <a:latin typeface="Arial"/>
              </a:rPr>
              <a:t>tools/pack_model.py wraps it in the IOTV envelope and writes the STORED zip.</a:t>
            </a:r>
          </a:p>
        </p:txBody>
      </p:sp>
      <p:sp>
        <p:nvSpPr>
          <p:cNvPr id="9015" name="Chevron 9014"/>
          <p:cNvSpPr/>
          <p:nvPr/>
        </p:nvSpPr>
        <p:spPr>
          <a:xfrm>
            <a:off x="6611112" y="1668780"/>
            <a:ext cx="219456" cy="274320"/>
          </a:xfrm>
          <a:prstGeom prst="chevron">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6" name="Rectangle 9015"/>
          <p:cNvSpPr/>
          <p:nvPr/>
        </p:nvSpPr>
        <p:spPr>
          <a:xfrm>
            <a:off x="6876288" y="1005840"/>
            <a:ext cx="1828800" cy="1600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7" name="TextBox 9016"/>
          <p:cNvSpPr txBox="1"/>
          <p:nvPr/>
        </p:nvSpPr>
        <p:spPr>
          <a:xfrm>
            <a:off x="6986016" y="1115568"/>
            <a:ext cx="1609344" cy="384048"/>
          </a:xfrm>
          <a:prstGeom prst="rect">
            <a:avLst/>
          </a:prstGeom>
          <a:noFill/>
        </p:spPr>
        <p:txBody>
          <a:bodyPr wrap="square" anchor="t" lIns="0" rIns="0" tIns="0" bIns="0">
            <a:spAutoFit/>
          </a:bodyPr>
          <a:lstStyle/>
          <a:p>
            <a:pPr algn="l">
              <a:lnSpc>
                <a:spcPct val="110000"/>
              </a:lnSpc>
              <a:spcAft>
                <a:spcPts val="400"/>
              </a:spcAft>
            </a:pPr>
            <a:r>
              <a:rPr sz="2600" b="1" i="0">
                <a:solidFill>
                  <a:srgbClr val="41C363"/>
                </a:solidFill>
                <a:latin typeface="Arial"/>
              </a:rPr>
              <a:t>4</a:t>
            </a:r>
          </a:p>
        </p:txBody>
      </p:sp>
      <p:sp>
        <p:nvSpPr>
          <p:cNvPr id="9018" name="TextBox 9017"/>
          <p:cNvSpPr txBox="1"/>
          <p:nvPr/>
        </p:nvSpPr>
        <p:spPr>
          <a:xfrm>
            <a:off x="6986016" y="1499616"/>
            <a:ext cx="1609344" cy="274320"/>
          </a:xfrm>
          <a:prstGeom prst="rect">
            <a:avLst/>
          </a:prstGeom>
          <a:noFill/>
        </p:spPr>
        <p:txBody>
          <a:bodyPr wrap="square" anchor="t" lIns="0" rIns="0" tIns="0" bIns="0">
            <a:spAutoFit/>
          </a:bodyPr>
          <a:lstStyle/>
          <a:p>
            <a:pPr algn="l">
              <a:lnSpc>
                <a:spcPct val="110000"/>
              </a:lnSpc>
              <a:spcAft>
                <a:spcPts val="0"/>
              </a:spcAft>
            </a:pPr>
            <a:r>
              <a:rPr sz="1200" b="1" i="0">
                <a:solidFill>
                  <a:srgbClr val="41C363"/>
                </a:solidFill>
                <a:latin typeface="Arial"/>
              </a:rPr>
              <a:t>Upload and push</a:t>
            </a:r>
          </a:p>
        </p:txBody>
      </p:sp>
      <p:sp>
        <p:nvSpPr>
          <p:cNvPr id="9019" name="TextBox 9018"/>
          <p:cNvSpPr txBox="1"/>
          <p:nvPr/>
        </p:nvSpPr>
        <p:spPr>
          <a:xfrm>
            <a:off x="6986016" y="1807698"/>
            <a:ext cx="1609344" cy="688613"/>
          </a:xfrm>
          <a:prstGeom prst="rect">
            <a:avLst/>
          </a:prstGeom>
          <a:noFill/>
        </p:spPr>
        <p:txBody>
          <a:bodyPr wrap="square" anchor="t" lIns="0" rIns="0" tIns="0" bIns="0">
            <a:spAutoFit/>
          </a:bodyPr>
          <a:lstStyle/>
          <a:p>
            <a:pPr algn="l">
              <a:lnSpc>
                <a:spcPct val="110000"/>
              </a:lnSpc>
              <a:spcAft>
                <a:spcPts val="300"/>
              </a:spcAft>
            </a:pPr>
            <a:r>
              <a:rPr sz="1000" b="0" i="0">
                <a:solidFill>
                  <a:srgbClr val="FFFFFF"/>
                </a:solidFill>
                <a:latin typeface="Arial"/>
              </a:rPr>
              <a:t>AI Models, Create Model, Variant Renesas, upload the zip. Deploy to one device, then to the fleet.</a:t>
            </a:r>
          </a:p>
        </p:txBody>
      </p:sp>
      <p:sp>
        <p:nvSpPr>
          <p:cNvPr id="9020" name="TextBox 9019"/>
          <p:cNvSpPr txBox="1"/>
          <p:nvPr/>
        </p:nvSpPr>
        <p:spPr>
          <a:xfrm>
            <a:off x="457200" y="2724912"/>
            <a:ext cx="8229600" cy="228600"/>
          </a:xfrm>
          <a:prstGeom prst="rect">
            <a:avLst/>
          </a:prstGeom>
          <a:noFill/>
        </p:spPr>
        <p:txBody>
          <a:bodyPr wrap="square" anchor="t" lIns="0" rIns="0" tIns="0" bIns="0">
            <a:spAutoFit/>
          </a:bodyPr>
          <a:lstStyle/>
          <a:p>
            <a:pPr algn="l">
              <a:lnSpc>
                <a:spcPct val="110000"/>
              </a:lnSpc>
              <a:spcAft>
                <a:spcPts val="0"/>
              </a:spcAft>
            </a:pPr>
            <a:r>
              <a:rPr sz="1000" b="1" i="0">
                <a:solidFill>
                  <a:srgbClr val="41C363"/>
                </a:solidFill>
                <a:latin typeface="Arial"/>
              </a:rPr>
              <a:t>WHERE TO GO NEXT</a:t>
            </a:r>
          </a:p>
        </p:txBody>
      </p:sp>
      <p:sp>
        <p:nvSpPr>
          <p:cNvPr id="9021" name="Rectangle 9020"/>
          <p:cNvSpPr/>
          <p:nvPr/>
        </p:nvSpPr>
        <p:spPr>
          <a:xfrm>
            <a:off x="457200" y="2971800"/>
            <a:ext cx="2606040" cy="114300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22" name="TextBox 9021"/>
          <p:cNvSpPr txBox="1"/>
          <p:nvPr/>
        </p:nvSpPr>
        <p:spPr>
          <a:xfrm>
            <a:off x="566928" y="3081528"/>
            <a:ext cx="2386584" cy="274320"/>
          </a:xfrm>
          <a:prstGeom prst="rect">
            <a:avLst/>
          </a:prstGeom>
          <a:noFill/>
        </p:spPr>
        <p:txBody>
          <a:bodyPr wrap="square" anchor="t" lIns="0" rIns="0" tIns="0" bIns="0">
            <a:spAutoFit/>
          </a:bodyPr>
          <a:lstStyle/>
          <a:p>
            <a:pPr algn="l">
              <a:lnSpc>
                <a:spcPct val="110000"/>
              </a:lnSpc>
              <a:spcAft>
                <a:spcPts val="0"/>
              </a:spcAft>
            </a:pPr>
            <a:r>
              <a:rPr sz="1200" b="1" i="0">
                <a:solidFill>
                  <a:srgbClr val="41C363"/>
                </a:solidFill>
                <a:latin typeface="Arial"/>
              </a:rPr>
              <a:t>Quickstart</a:t>
            </a:r>
          </a:p>
        </p:txBody>
      </p:sp>
      <p:sp>
        <p:nvSpPr>
          <p:cNvPr id="9023" name="TextBox 9022"/>
          <p:cNvSpPr txBox="1"/>
          <p:nvPr/>
        </p:nvSpPr>
        <p:spPr>
          <a:xfrm>
            <a:off x="566928" y="3389610"/>
            <a:ext cx="2386584" cy="615461"/>
          </a:xfrm>
          <a:prstGeom prst="rect">
            <a:avLst/>
          </a:prstGeom>
          <a:noFill/>
        </p:spPr>
        <p:txBody>
          <a:bodyPr wrap="square" anchor="t" lIns="0" rIns="0" tIns="0" bIns="0">
            <a:spAutoFit/>
          </a:bodyPr>
          <a:lstStyle/>
          <a:p>
            <a:pPr algn="l">
              <a:lnSpc>
                <a:spcPct val="110000"/>
              </a:lnSpc>
              <a:spcAft>
                <a:spcPts val="300"/>
              </a:spcAft>
            </a:pPr>
            <a:r>
              <a:rPr sz="1000" b="0" i="0">
                <a:solidFill>
                  <a:srgbClr val="000000"/>
                </a:solidFill>
                <a:latin typeface="Arial"/>
              </a:rPr>
              <a:t>Repeat today at home on your own trial account, from unboxing, with the prebuilt image and no toolchain.</a:t>
            </a:r>
          </a:p>
        </p:txBody>
      </p:sp>
      <p:sp>
        <p:nvSpPr>
          <p:cNvPr id="9024" name="Rectangle 9023"/>
          <p:cNvSpPr/>
          <p:nvPr/>
        </p:nvSpPr>
        <p:spPr>
          <a:xfrm>
            <a:off x="3268980" y="2971800"/>
            <a:ext cx="2606040" cy="114300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25" name="TextBox 9024"/>
          <p:cNvSpPr txBox="1"/>
          <p:nvPr/>
        </p:nvSpPr>
        <p:spPr>
          <a:xfrm>
            <a:off x="3378708" y="3081528"/>
            <a:ext cx="2386584" cy="274320"/>
          </a:xfrm>
          <a:prstGeom prst="rect">
            <a:avLst/>
          </a:prstGeom>
          <a:noFill/>
        </p:spPr>
        <p:txBody>
          <a:bodyPr wrap="square" anchor="t" lIns="0" rIns="0" tIns="0" bIns="0">
            <a:spAutoFit/>
          </a:bodyPr>
          <a:lstStyle/>
          <a:p>
            <a:pPr algn="l">
              <a:lnSpc>
                <a:spcPct val="110000"/>
              </a:lnSpc>
              <a:spcAft>
                <a:spcPts val="0"/>
              </a:spcAft>
            </a:pPr>
            <a:r>
              <a:rPr sz="1200" b="1" i="0">
                <a:solidFill>
                  <a:srgbClr val="41C363"/>
                </a:solidFill>
                <a:latin typeface="Arial"/>
              </a:rPr>
              <a:t>Developer Guide</a:t>
            </a:r>
          </a:p>
        </p:txBody>
      </p:sp>
      <p:sp>
        <p:nvSpPr>
          <p:cNvPr id="9026" name="TextBox 9025"/>
          <p:cNvSpPr txBox="1"/>
          <p:nvPr/>
        </p:nvSpPr>
        <p:spPr>
          <a:xfrm>
            <a:off x="3378708" y="3389610"/>
            <a:ext cx="2386584" cy="615461"/>
          </a:xfrm>
          <a:prstGeom prst="rect">
            <a:avLst/>
          </a:prstGeom>
          <a:noFill/>
        </p:spPr>
        <p:txBody>
          <a:bodyPr wrap="square" anchor="t" lIns="0" rIns="0" tIns="0" bIns="0">
            <a:spAutoFit/>
          </a:bodyPr>
          <a:lstStyle/>
          <a:p>
            <a:pPr algn="l">
              <a:lnSpc>
                <a:spcPct val="110000"/>
              </a:lnSpc>
              <a:spcAft>
                <a:spcPts val="300"/>
              </a:spcAft>
            </a:pPr>
            <a:r>
              <a:rPr sz="1000" b="0" i="0">
                <a:solidFill>
                  <a:srgbClr val="000000"/>
                </a:solidFill>
                <a:latin typeface="Arial"/>
              </a:rPr>
              <a:t>Build from source with e² studio and FSP, the thread architecture, the memory budget, adding models.</a:t>
            </a:r>
          </a:p>
        </p:txBody>
      </p:sp>
      <p:sp>
        <p:nvSpPr>
          <p:cNvPr id="9027" name="Rectangle 9026"/>
          <p:cNvSpPr/>
          <p:nvPr/>
        </p:nvSpPr>
        <p:spPr>
          <a:xfrm>
            <a:off x="6080760" y="2971800"/>
            <a:ext cx="2606040" cy="114300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28" name="TextBox 9027"/>
          <p:cNvSpPr txBox="1"/>
          <p:nvPr/>
        </p:nvSpPr>
        <p:spPr>
          <a:xfrm>
            <a:off x="6190488" y="3081528"/>
            <a:ext cx="2386584" cy="274320"/>
          </a:xfrm>
          <a:prstGeom prst="rect">
            <a:avLst/>
          </a:prstGeom>
          <a:noFill/>
        </p:spPr>
        <p:txBody>
          <a:bodyPr wrap="square" anchor="t" lIns="0" rIns="0" tIns="0" bIns="0">
            <a:spAutoFit/>
          </a:bodyPr>
          <a:lstStyle/>
          <a:p>
            <a:pPr algn="l">
              <a:lnSpc>
                <a:spcPct val="110000"/>
              </a:lnSpc>
              <a:spcAft>
                <a:spcPts val="0"/>
              </a:spcAft>
            </a:pPr>
            <a:r>
              <a:rPr sz="1200" b="1" i="0">
                <a:solidFill>
                  <a:srgbClr val="41C363"/>
                </a:solidFill>
                <a:latin typeface="Arial"/>
              </a:rPr>
              <a:t>The repository</a:t>
            </a:r>
          </a:p>
        </p:txBody>
      </p:sp>
      <p:sp>
        <p:nvSpPr>
          <p:cNvPr id="9029" name="TextBox 9028"/>
          <p:cNvSpPr txBox="1"/>
          <p:nvPr/>
        </p:nvSpPr>
        <p:spPr>
          <a:xfrm>
            <a:off x="6190488" y="3389610"/>
            <a:ext cx="2386584" cy="615461"/>
          </a:xfrm>
          <a:prstGeom prst="rect">
            <a:avLst/>
          </a:prstGeom>
          <a:noFill/>
        </p:spPr>
        <p:txBody>
          <a:bodyPr wrap="square" anchor="t" lIns="0" rIns="0" tIns="0" bIns="0">
            <a:spAutoFit/>
          </a:bodyPr>
          <a:lstStyle/>
          <a:p>
            <a:pPr algn="l">
              <a:lnSpc>
                <a:spcPct val="110000"/>
              </a:lnSpc>
              <a:spcAft>
                <a:spcPts val="300"/>
              </a:spcAft>
            </a:pPr>
            <a:r>
              <a:rPr sz="1000" b="0" i="0">
                <a:solidFill>
                  <a:srgbClr val="000000"/>
                </a:solidFill>
                <a:latin typeface="Arial"/>
              </a:rPr>
              <a:t>github.com/avnet-iotconnect/iotc-freertos-ek-ra8p1: firmware, prebuilt image, template, dashboard, models, workshop.</a:t>
            </a:r>
          </a:p>
        </p:txBody>
      </p:sp>
      <p:sp>
        <p:nvSpPr>
          <p:cNvPr id="9030" name="TextBox 9029"/>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Before you leave</a:t>
            </a:r>
          </a:p>
        </p:txBody>
      </p:sp>
      <p:sp>
        <p:nvSpPr>
          <p:cNvPr id="9000" name="Slide Number Placeholder"/>
          <p:cNvSpPr>
            <a:spLocks noGrp="1"/>
          </p:cNvSpPr>
          <p:nvPr>
            <p:ph type="sldNum" sz="quarter" idx="4"/>
          </p:nvPr>
        </p:nvSpPr>
        <p:spPr/>
        <p:txBody>
          <a:bodyPr/>
          <a:lstStyle/>
          <a:p>
            <a:fld id="{F5C3A0C4-D695-4B8C-A4ED-C22544F34E74}" type="slidenum">
              <a:rPr lang="en-US"/>
              <a:t>1</a:t>
            </a:fld>
          </a:p>
        </p:txBody>
      </p:sp>
      <p:sp>
        <p:nvSpPr>
          <p:cNvPr id="9001" name="Rectangle 9000"/>
          <p:cNvSpPr/>
          <p:nvPr/>
        </p:nvSpPr>
        <p:spPr>
          <a:xfrm>
            <a:off x="457200" y="1005840"/>
            <a:ext cx="4023360" cy="173736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2" name="TextBox 9001"/>
          <p:cNvSpPr txBox="1"/>
          <p:nvPr/>
        </p:nvSpPr>
        <p:spPr>
          <a:xfrm>
            <a:off x="585216" y="1133856"/>
            <a:ext cx="3767328" cy="274320"/>
          </a:xfrm>
          <a:prstGeom prst="rect">
            <a:avLst/>
          </a:prstGeom>
          <a:noFill/>
        </p:spPr>
        <p:txBody>
          <a:bodyPr wrap="square" anchor="t" lIns="0" rIns="0" tIns="0" bIns="0">
            <a:spAutoFit/>
          </a:bodyPr>
          <a:lstStyle/>
          <a:p>
            <a:pPr algn="l">
              <a:lnSpc>
                <a:spcPct val="110000"/>
              </a:lnSpc>
              <a:spcAft>
                <a:spcPts val="0"/>
              </a:spcAft>
            </a:pPr>
            <a:r>
              <a:rPr sz="1400" b="1" i="0">
                <a:solidFill>
                  <a:srgbClr val="41C363"/>
                </a:solidFill>
                <a:latin typeface="Arial"/>
              </a:rPr>
              <a:t>The board stays here</a:t>
            </a:r>
          </a:p>
        </p:txBody>
      </p:sp>
      <p:sp>
        <p:nvSpPr>
          <p:cNvPr id="9003" name="TextBox 9002"/>
          <p:cNvSpPr txBox="1"/>
          <p:nvPr/>
        </p:nvSpPr>
        <p:spPr>
          <a:xfrm>
            <a:off x="585216" y="1447565"/>
            <a:ext cx="3767328" cy="1167618"/>
          </a:xfrm>
          <a:prstGeom prst="rect">
            <a:avLst/>
          </a:prstGeom>
          <a:noFill/>
        </p:spPr>
        <p:txBody>
          <a:bodyPr wrap="square" anchor="t" lIns="0" rIns="0" tIns="0" bIns="0">
            <a:spAutoFit/>
          </a:bodyPr>
          <a:lstStyle/>
          <a:p>
            <a:pPr algn="l">
              <a:lnSpc>
                <a:spcPct val="110000"/>
              </a:lnSpc>
              <a:spcAft>
                <a:spcPts val="300"/>
              </a:spcAft>
            </a:pPr>
            <a:r>
              <a:rPr sz="1200" b="0" i="0">
                <a:solidFill>
                  <a:srgbClr val="000000"/>
                </a:solidFill>
                <a:latin typeface="Arial"/>
              </a:rPr>
              <a:t>In the serial console type erase, then reboot. The board forgets its identity. Leave it, the cables and your seat card on the desk.</a:t>
            </a:r>
          </a:p>
        </p:txBody>
      </p:sp>
      <p:sp>
        <p:nvSpPr>
          <p:cNvPr id="9004" name="Rectangle 9003"/>
          <p:cNvSpPr/>
          <p:nvPr/>
        </p:nvSpPr>
        <p:spPr>
          <a:xfrm>
            <a:off x="4663440" y="1005840"/>
            <a:ext cx="4023360" cy="1737360"/>
          </a:xfrm>
          <a:prstGeom prst="rect">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5" name="TextBox 9004"/>
          <p:cNvSpPr txBox="1"/>
          <p:nvPr/>
        </p:nvSpPr>
        <p:spPr>
          <a:xfrm>
            <a:off x="4791455" y="1133856"/>
            <a:ext cx="3767328" cy="274320"/>
          </a:xfrm>
          <a:prstGeom prst="rect">
            <a:avLst/>
          </a:prstGeom>
          <a:noFill/>
        </p:spPr>
        <p:txBody>
          <a:bodyPr wrap="square" anchor="t" lIns="0" rIns="0" tIns="0" bIns="0">
            <a:spAutoFit/>
          </a:bodyPr>
          <a:lstStyle/>
          <a:p>
            <a:pPr algn="l">
              <a:lnSpc>
                <a:spcPct val="110000"/>
              </a:lnSpc>
              <a:spcAft>
                <a:spcPts val="0"/>
              </a:spcAft>
            </a:pPr>
            <a:r>
              <a:rPr sz="1400" b="1" i="0">
                <a:solidFill>
                  <a:srgbClr val="FFFFFF"/>
                </a:solidFill>
                <a:latin typeface="Arial"/>
              </a:rPr>
              <a:t>The board goes home with you</a:t>
            </a:r>
          </a:p>
        </p:txBody>
      </p:sp>
      <p:sp>
        <p:nvSpPr>
          <p:cNvPr id="9006" name="TextBox 9005"/>
          <p:cNvSpPr txBox="1"/>
          <p:nvPr/>
        </p:nvSpPr>
        <p:spPr>
          <a:xfrm>
            <a:off x="4791455" y="1447565"/>
            <a:ext cx="3767328" cy="1167618"/>
          </a:xfrm>
          <a:prstGeom prst="rect">
            <a:avLst/>
          </a:prstGeom>
          <a:noFill/>
        </p:spPr>
        <p:txBody>
          <a:bodyPr wrap="square" anchor="t" lIns="0" rIns="0" tIns="0" bIns="0">
            <a:spAutoFit/>
          </a:bodyPr>
          <a:lstStyle/>
          <a:p>
            <a:pPr algn="l">
              <a:lnSpc>
                <a:spcPct val="110000"/>
              </a:lnSpc>
              <a:spcAft>
                <a:spcPts val="300"/>
              </a:spcAft>
            </a:pPr>
            <a:r>
              <a:rPr sz="1200" b="0" i="0">
                <a:solidFill>
                  <a:srgbClr val="FFFFFF"/>
                </a:solidFill>
                <a:latin typeface="Arial"/>
              </a:rPr>
              <a:t>Leave it as it is. The workshop account closes after the event, so follow the Quickstart to make your own, then erase, reboot and provision it again.</a:t>
            </a:r>
          </a:p>
        </p:txBody>
      </p:sp>
      <p:sp>
        <p:nvSpPr>
          <p:cNvPr id="9007" name="TextBox 9006"/>
          <p:cNvSpPr txBox="1"/>
          <p:nvPr/>
        </p:nvSpPr>
        <p:spPr>
          <a:xfrm>
            <a:off x="457200" y="3063240"/>
            <a:ext cx="8229600" cy="822960"/>
          </a:xfrm>
          <a:prstGeom prst="rect">
            <a:avLst/>
          </a:prstGeom>
          <a:noFill/>
        </p:spPr>
        <p:txBody>
          <a:bodyPr wrap="square" anchor="t" lIns="0" rIns="0" tIns="0" bIns="0">
            <a:spAutoFit/>
          </a:bodyPr>
          <a:lstStyle/>
          <a:p>
            <a:pPr algn="l">
              <a:lnSpc>
                <a:spcPct val="110000"/>
              </a:lnSpc>
              <a:spcAft>
                <a:spcPts val="0"/>
              </a:spcAft>
            </a:pPr>
            <a:r>
              <a:rPr sz="1800" b="1" i="0">
                <a:solidFill>
                  <a:srgbClr val="000000"/>
                </a:solidFill>
                <a:latin typeface="Arial"/>
              </a:rPr>
              <a:t>Thank you. You pushed three models to a microcontroller today, and it never rebooted.</a:t>
            </a:r>
          </a:p>
        </p:txBody>
      </p:sp>
      <p:sp>
        <p:nvSpPr>
          <p:cNvPr id="9008" name="TextBox 9007"/>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Avnet Templates - 1 Line">
  <a:themeElements>
    <a:clrScheme name="Avnet Colors (2021)">
      <a:dk1>
        <a:srgbClr val="000000"/>
      </a:dk1>
      <a:lt1>
        <a:srgbClr val="FFFFFF"/>
      </a:lt1>
      <a:dk2>
        <a:srgbClr val="368748"/>
      </a:dk2>
      <a:lt2>
        <a:srgbClr val="4273B8"/>
      </a:lt2>
      <a:accent1>
        <a:srgbClr val="41C363"/>
      </a:accent1>
      <a:accent2>
        <a:srgbClr val="7DCEF1"/>
      </a:accent2>
      <a:accent3>
        <a:srgbClr val="FDB813"/>
      </a:accent3>
      <a:accent4>
        <a:srgbClr val="D2D2D2"/>
      </a:accent4>
      <a:accent5>
        <a:srgbClr val="919191"/>
      </a:accent5>
      <a:accent6>
        <a:srgbClr val="5F6369"/>
      </a:accent6>
      <a:hlink>
        <a:srgbClr val="41C363"/>
      </a:hlink>
      <a:folHlink>
        <a:srgbClr val="41C3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spPr>
      <a:bodyPr wrap="square" rtlCol="0" anchor="ctr" anchorCtr="0">
        <a:noAutofit/>
      </a:bodyPr>
      <a:lstStyle>
        <a:defPPr>
          <a:defRPr sz="1600" dirty="0" err="1">
            <a:solidFill>
              <a:schemeClr val="bg1"/>
            </a:solidFill>
          </a:defRPr>
        </a:defPPr>
      </a:lstStyle>
    </a:spDef>
    <a:lnDef>
      <a:spPr>
        <a:ln w="6350">
          <a:solidFill>
            <a:schemeClr val="tx1"/>
          </a:solidFill>
          <a:prstDash val="solid"/>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bodyPr wrap="square" rtlCol="0">
        <a:spAutoFit/>
      </a:bodyPr>
      <a:lstStyle>
        <a:defPPr algn="l">
          <a:defRPr sz="1600"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2026 Avnet PowerPoint Template" id="{51947793-6DFA-4987-A020-95F0C646601C}" vid="{AEDFF09E-6F38-4FC6-9FDB-C0D8278F082D}"/>
    </a:ext>
  </a:extLst>
</a:theme>
</file>

<file path=ppt/theme/theme2.xml><?xml version="1.0" encoding="utf-8"?>
<a:theme xmlns:a="http://schemas.openxmlformats.org/drawingml/2006/main" name="Avnet Templates - 2 Line">
  <a:themeElements>
    <a:clrScheme name="Avnet Colors (2021)">
      <a:dk1>
        <a:srgbClr val="000000"/>
      </a:dk1>
      <a:lt1>
        <a:srgbClr val="FFFFFF"/>
      </a:lt1>
      <a:dk2>
        <a:srgbClr val="368748"/>
      </a:dk2>
      <a:lt2>
        <a:srgbClr val="4273B8"/>
      </a:lt2>
      <a:accent1>
        <a:srgbClr val="41C363"/>
      </a:accent1>
      <a:accent2>
        <a:srgbClr val="7DCEF1"/>
      </a:accent2>
      <a:accent3>
        <a:srgbClr val="FDB813"/>
      </a:accent3>
      <a:accent4>
        <a:srgbClr val="D2D2D2"/>
      </a:accent4>
      <a:accent5>
        <a:srgbClr val="919191"/>
      </a:accent5>
      <a:accent6>
        <a:srgbClr val="5F6369"/>
      </a:accent6>
      <a:hlink>
        <a:srgbClr val="41C363"/>
      </a:hlink>
      <a:folHlink>
        <a:srgbClr val="41C3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spPr>
      <a:bodyPr wrap="square" rtlCol="0" anchor="ctr" anchorCtr="0">
        <a:noAutofit/>
      </a:bodyPr>
      <a:lstStyle>
        <a:defPPr>
          <a:defRPr sz="1600" dirty="0" err="1">
            <a:solidFill>
              <a:schemeClr val="bg1"/>
            </a:solidFill>
          </a:defRPr>
        </a:defPPr>
      </a:lstStyle>
    </a:spDef>
    <a:lnDef>
      <a:spPr>
        <a:ln w="6350">
          <a:solidFill>
            <a:schemeClr val="tx1"/>
          </a:solidFill>
          <a:prstDash val="solid"/>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bodyPr wrap="square" rtlCol="0">
        <a:spAutoFit/>
      </a:bodyPr>
      <a:lstStyle>
        <a:defPPr algn="l">
          <a:defRPr sz="1600"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2026 Avnet PowerPoint Template" id="{51947793-6DFA-4987-A020-95F0C646601C}" vid="{CF229C6A-9D41-4F09-951D-BC96A46B9FE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Asset_x0020_Type xmlns="6e5ca23c-773e-45fa-9179-d450d5ed4dc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88206BF1EA2CD41B32C08CA47A89AB2" ma:contentTypeVersion="4" ma:contentTypeDescription="Create a new document." ma:contentTypeScope="" ma:versionID="1079278499e448c9cc7097014ec68f84">
  <xsd:schema xmlns:xsd="http://www.w3.org/2001/XMLSchema" xmlns:xs="http://www.w3.org/2001/XMLSchema" xmlns:p="http://schemas.microsoft.com/office/2006/metadata/properties" xmlns:ns2="6e5ca23c-773e-45fa-9179-d450d5ed4dcf" targetNamespace="http://schemas.microsoft.com/office/2006/metadata/properties" ma:root="true" ma:fieldsID="fc3f18e6ad97139fbc526a5d374f72bd" ns2:_="">
    <xsd:import namespace="6e5ca23c-773e-45fa-9179-d450d5ed4dcf"/>
    <xsd:element name="properties">
      <xsd:complexType>
        <xsd:sequence>
          <xsd:element name="documentManagement">
            <xsd:complexType>
              <xsd:all>
                <xsd:element ref="ns2:Asset_x0020_Type" minOccurs="0"/>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5ca23c-773e-45fa-9179-d450d5ed4dcf" elementFormDefault="qualified">
    <xsd:import namespace="http://schemas.microsoft.com/office/2006/documentManagement/types"/>
    <xsd:import namespace="http://schemas.microsoft.com/office/infopath/2007/PartnerControls"/>
    <xsd:element name="Asset_x0020_Type" ma:index="8" nillable="true" ma:displayName="Asset Type" ma:description="Asset Type" ma:format="Dropdown" ma:internalName="Asset_x0020_Type">
      <xsd:simpleType>
        <xsd:restriction base="dms:Choice">
          <xsd:enumeration value="Logo"/>
          <xsd:enumeration value="Icon"/>
          <xsd:enumeration value="Background"/>
          <xsd:enumeration value="Marketing Image"/>
          <xsd:enumeration value="Product Image"/>
          <xsd:enumeration value="Banner"/>
          <xsd:enumeration value="Diagram"/>
          <xsd:enumeration value="Illustration"/>
          <xsd:enumeration value="Template"/>
          <xsd:enumeration value="Font"/>
        </xsd:restriction>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426007F-6C86-4E66-B585-2E18E7BE61AE}">
  <ds:schemaRefs>
    <ds:schemaRef ds:uri="http://schemas.microsoft.com/office/infopath/2007/PartnerControls"/>
    <ds:schemaRef ds:uri="http://purl.org/dc/elements/1.1/"/>
    <ds:schemaRef ds:uri="http://schemas.microsoft.com/office/2006/metadata/properties"/>
    <ds:schemaRef ds:uri="9e7f6c11-5f0b-401a-b0a8-7c960500610f"/>
    <ds:schemaRef ds:uri="http://schemas.microsoft.com/office/2006/documentManagement/types"/>
    <ds:schemaRef ds:uri="http://purl.org/dc/terms/"/>
    <ds:schemaRef ds:uri="http://schemas.openxmlformats.org/package/2006/metadata/core-properties"/>
    <ds:schemaRef ds:uri="http://purl.org/dc/dcmitype/"/>
    <ds:schemaRef ds:uri="20255d2f-d1e9-4d3b-b164-136d7ec90006"/>
    <ds:schemaRef ds:uri="http://www.w3.org/XML/1998/namespace"/>
    <ds:schemaRef ds:uri="6e5ca23c-773e-45fa-9179-d450d5ed4dcf"/>
  </ds:schemaRefs>
</ds:datastoreItem>
</file>

<file path=customXml/itemProps2.xml><?xml version="1.0" encoding="utf-8"?>
<ds:datastoreItem xmlns:ds="http://schemas.openxmlformats.org/officeDocument/2006/customXml" ds:itemID="{29FDA372-888D-455B-90EA-715794E71B7B}">
  <ds:schemaRefs>
    <ds:schemaRef ds:uri="http://schemas.microsoft.com/sharepoint/v3/contenttype/forms"/>
  </ds:schemaRefs>
</ds:datastoreItem>
</file>

<file path=customXml/itemProps3.xml><?xml version="1.0" encoding="utf-8"?>
<ds:datastoreItem xmlns:ds="http://schemas.openxmlformats.org/officeDocument/2006/customXml" ds:itemID="{AB19413C-47B1-48A9-9A01-4E6ECDCB053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5ca23c-773e-45fa-9179-d450d5ed4dc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2026 Avnet PowerPoint Template</Template>
  <TotalTime>0</TotalTime>
  <Words>915</Words>
  <Application>Microsoft Office PowerPoint</Application>
  <PresentationFormat>On-screen Show (16:9)</PresentationFormat>
  <Paragraphs>309</Paragraphs>
  <Slides>40</Slides>
  <Notes>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40</vt:i4>
      </vt:variant>
    </vt:vector>
  </HeadingPairs>
  <TitlesOfParts>
    <vt:vector size="47" baseType="lpstr">
      <vt:lpstr>Arial</vt:lpstr>
      <vt:lpstr>Arial Narrow</vt:lpstr>
      <vt:lpstr>Calibri</vt:lpstr>
      <vt:lpstr>System Font Regular</vt:lpstr>
      <vt:lpstr>Wingdings</vt:lpstr>
      <vt:lpstr>Avnet Templates - 1 Line</vt:lpstr>
      <vt:lpstr>Avnet Templates - 2 Line</vt:lpstr>
      <vt:lpstr>New PowerPoint template – What’s changed?</vt:lpstr>
      <vt:lpstr>1-line headline</vt:lpstr>
      <vt:lpstr>PowerPoint Presentation</vt:lpstr>
      <vt:lpstr>1-line headline</vt:lpstr>
      <vt:lpstr>Headline</vt:lpstr>
      <vt:lpstr>Headline</vt:lpstr>
      <vt:lpstr>Agenda</vt:lpstr>
      <vt:lpstr>PowerPoint Presentation</vt:lpstr>
      <vt:lpstr>PowerPoint Presentation</vt:lpstr>
      <vt:lpstr>PowerPoint Presentation</vt:lpstr>
      <vt:lpstr>1-line headline</vt:lpstr>
      <vt:lpstr>2-line headline</vt:lpstr>
      <vt:lpstr>1-line headline</vt:lpstr>
      <vt:lpstr>2-line headline</vt:lpstr>
      <vt:lpstr>1-line headline</vt:lpstr>
      <vt:lpstr>2-line headline</vt:lpstr>
      <vt:lpstr>1-line headline</vt:lpstr>
      <vt:lpstr>2-line headline</vt:lpstr>
      <vt:lpstr>“Enter quote here…”</vt:lpstr>
      <vt:lpstr>1-line headline</vt:lpstr>
      <vt:lpstr>1-line headline</vt:lpstr>
      <vt:lpstr>1-line headline</vt:lpstr>
      <vt:lpstr>1-line headline</vt:lpstr>
      <vt:lpstr>1-line headline</vt:lpstr>
      <vt:lpstr>1-line headline</vt:lpstr>
      <vt:lpstr>Pie chart</vt:lpstr>
      <vt:lpstr>Pie chart with text </vt:lpstr>
      <vt:lpstr>Column chart</vt:lpstr>
      <vt:lpstr>Column chart</vt:lpstr>
      <vt:lpstr>Column chart</vt:lpstr>
      <vt:lpstr>Table sample</vt:lpstr>
      <vt:lpstr>Org chart sample – general</vt:lpstr>
      <vt:lpstr>Org chart sample – leadership</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Avnet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Lamp, Michael</dc:creator>
  <cp:lastModifiedBy>Lamp, Michael</cp:lastModifiedBy>
  <cp:revision>1</cp:revision>
  <cp:lastPrinted>2021-10-21T16:23:04Z</cp:lastPrinted>
  <dcterms:created xsi:type="dcterms:W3CDTF">2026-09-08T15:43:27Z</dcterms:created>
  <dcterms:modified xsi:type="dcterms:W3CDTF">2026-09-08T15:43:52Z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0x010100B88206BF1EA2CD41B32C08CA47A89AB2</vt:lpwstr>
  </property>
  <property fmtid="{D5CDD505-2E9C-101B-9397-08002B2CF9AE}" pid="3" name="MediaServiceImageTags">
    <vt:lpwstr/>
  </property>
</Properties>
</file>